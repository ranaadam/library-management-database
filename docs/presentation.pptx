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3" r:id="rId10"/>
    <p:sldId id="264" r:id="rId11"/>
    <p:sldId id="265" r:id="rId12"/>
    <p:sldId id="272" r:id="rId13"/>
    <p:sldId id="273" r:id="rId14"/>
    <p:sldId id="275" r:id="rId15"/>
    <p:sldId id="276" r:id="rId16"/>
    <p:sldId id="274" r:id="rId17"/>
    <p:sldId id="277" r:id="rId18"/>
    <p:sldId id="279" r:id="rId19"/>
    <p:sldId id="280" r:id="rId20"/>
    <p:sldId id="281" r:id="rId21"/>
    <p:sldId id="283" r:id="rId22"/>
    <p:sldId id="285" r:id="rId23"/>
    <p:sldId id="286" r:id="rId24"/>
    <p:sldId id="287" r:id="rId25"/>
    <p:sldId id="270" r:id="rId26"/>
    <p:sldId id="27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460EF-61BC-44EF-A628-01B6470856B7}" v="30" dt="2025-12-18T09:04:54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6" Type="http://schemas.openxmlformats.org/officeDocument/2006/relationships/image" Target="../media/image13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3.svg"/><Relationship Id="rId1" Type="http://schemas.openxmlformats.org/officeDocument/2006/relationships/image" Target="../media/image32.png"/><Relationship Id="rId4" Type="http://schemas.openxmlformats.org/officeDocument/2006/relationships/image" Target="../media/image4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5.png"/><Relationship Id="rId6" Type="http://schemas.openxmlformats.org/officeDocument/2006/relationships/image" Target="../media/image13.sv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3.svg"/><Relationship Id="rId1" Type="http://schemas.openxmlformats.org/officeDocument/2006/relationships/image" Target="../media/image32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4B35ED-E198-4680-A606-0490DD408E0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3AB1BD4-652E-4245-823A-4E478E250BEA}">
      <dgm:prSet/>
      <dgm:spPr/>
      <dgm:t>
        <a:bodyPr/>
        <a:lstStyle/>
        <a:p>
          <a:r>
            <a:rPr lang="en-US"/>
            <a:t>Design and implementation of a relational database</a:t>
          </a:r>
        </a:p>
      </dgm:t>
    </dgm:pt>
    <dgm:pt modelId="{30D82D6E-9C8F-4D79-B9CE-4F11316FF7EB}" type="parTrans" cxnId="{457DF761-B43D-4A1C-AB4A-0DFDD38B9387}">
      <dgm:prSet/>
      <dgm:spPr/>
      <dgm:t>
        <a:bodyPr/>
        <a:lstStyle/>
        <a:p>
          <a:endParaRPr lang="en-US"/>
        </a:p>
      </dgm:t>
    </dgm:pt>
    <dgm:pt modelId="{01DE0B96-0E92-4D44-9FC3-81DB22E13F5E}" type="sibTrans" cxnId="{457DF761-B43D-4A1C-AB4A-0DFDD38B9387}">
      <dgm:prSet/>
      <dgm:spPr/>
      <dgm:t>
        <a:bodyPr/>
        <a:lstStyle/>
        <a:p>
          <a:endParaRPr lang="en-US"/>
        </a:p>
      </dgm:t>
    </dgm:pt>
    <dgm:pt modelId="{5B21F660-9F5F-4942-8970-71F0F198E8D5}">
      <dgm:prSet/>
      <dgm:spPr/>
      <dgm:t>
        <a:bodyPr/>
        <a:lstStyle/>
        <a:p>
          <a:r>
            <a:rPr lang="en-US"/>
            <a:t>Manages books, authors, members, staff, borrowing, and returns</a:t>
          </a:r>
        </a:p>
      </dgm:t>
    </dgm:pt>
    <dgm:pt modelId="{74EAD191-BA16-4B93-8F1B-05B43D28ED7E}" type="parTrans" cxnId="{8AA5C5D3-B465-4A8B-956D-1DAD2EB02B1B}">
      <dgm:prSet/>
      <dgm:spPr/>
      <dgm:t>
        <a:bodyPr/>
        <a:lstStyle/>
        <a:p>
          <a:endParaRPr lang="en-US"/>
        </a:p>
      </dgm:t>
    </dgm:pt>
    <dgm:pt modelId="{5AAAE9B7-A875-48EF-B33B-031C9FF68E7B}" type="sibTrans" cxnId="{8AA5C5D3-B465-4A8B-956D-1DAD2EB02B1B}">
      <dgm:prSet/>
      <dgm:spPr/>
      <dgm:t>
        <a:bodyPr/>
        <a:lstStyle/>
        <a:p>
          <a:endParaRPr lang="en-US"/>
        </a:p>
      </dgm:t>
    </dgm:pt>
    <dgm:pt modelId="{A013FBEF-D08C-40FB-86B5-20ECEB4AE595}">
      <dgm:prSet/>
      <dgm:spPr/>
      <dgm:t>
        <a:bodyPr/>
        <a:lstStyle/>
        <a:p>
          <a:r>
            <a:rPr lang="en-US" dirty="0"/>
            <a:t>Uses SQL</a:t>
          </a:r>
        </a:p>
      </dgm:t>
    </dgm:pt>
    <dgm:pt modelId="{371956CE-8BC0-4408-AEA5-F3B689EB5E07}" type="parTrans" cxnId="{272BEABF-344F-4EA9-A838-B393E6437303}">
      <dgm:prSet/>
      <dgm:spPr/>
      <dgm:t>
        <a:bodyPr/>
        <a:lstStyle/>
        <a:p>
          <a:endParaRPr lang="en-US"/>
        </a:p>
      </dgm:t>
    </dgm:pt>
    <dgm:pt modelId="{7378C1B7-5533-46C3-87FD-FC2A2CE84482}" type="sibTrans" cxnId="{272BEABF-344F-4EA9-A838-B393E6437303}">
      <dgm:prSet/>
      <dgm:spPr/>
      <dgm:t>
        <a:bodyPr/>
        <a:lstStyle/>
        <a:p>
          <a:endParaRPr lang="en-US"/>
        </a:p>
      </dgm:t>
    </dgm:pt>
    <dgm:pt modelId="{B799B896-31D1-426F-AD59-F4267F95F7B1}" type="pres">
      <dgm:prSet presAssocID="{3D4B35ED-E198-4680-A606-0490DD408E0A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5A332E-749E-4955-938A-98F5B4E3A66F}" type="pres">
      <dgm:prSet presAssocID="{3D4B35ED-E198-4680-A606-0490DD408E0A}" presName="dummyMaxCanvas" presStyleCnt="0">
        <dgm:presLayoutVars/>
      </dgm:prSet>
      <dgm:spPr/>
    </dgm:pt>
    <dgm:pt modelId="{EA53DBB2-967F-4816-8A30-E0CECCB4F9F4}" type="pres">
      <dgm:prSet presAssocID="{3D4B35ED-E198-4680-A606-0490DD408E0A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744A1F-4992-432B-BFCE-B9D3A84AF257}" type="pres">
      <dgm:prSet presAssocID="{3D4B35ED-E198-4680-A606-0490DD408E0A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727348-779C-4F7C-93D6-AB7C61C1314D}" type="pres">
      <dgm:prSet presAssocID="{3D4B35ED-E198-4680-A606-0490DD408E0A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7C50D3-B6D0-4748-B83A-E0D849A67278}" type="pres">
      <dgm:prSet presAssocID="{3D4B35ED-E198-4680-A606-0490DD408E0A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2ABE78-21B4-4B7B-B793-5DFD71F0DC07}" type="pres">
      <dgm:prSet presAssocID="{3D4B35ED-E198-4680-A606-0490DD408E0A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26EB52-EF23-4F44-B3CE-C99B08BBED72}" type="pres">
      <dgm:prSet presAssocID="{3D4B35ED-E198-4680-A606-0490DD408E0A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F93561-4463-4D2B-8648-096CEAF8B282}" type="pres">
      <dgm:prSet presAssocID="{3D4B35ED-E198-4680-A606-0490DD408E0A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846274-9EE3-4154-91D3-C9B6A93E748C}" type="pres">
      <dgm:prSet presAssocID="{3D4B35ED-E198-4680-A606-0490DD408E0A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B13D86-29AC-49CD-89B5-1EB302C92916}" type="presOf" srcId="{A013FBEF-D08C-40FB-86B5-20ECEB4AE595}" destId="{B3727348-779C-4F7C-93D6-AB7C61C1314D}" srcOrd="0" destOrd="0" presId="urn:microsoft.com/office/officeart/2005/8/layout/vProcess5"/>
    <dgm:cxn modelId="{C97F94F2-7885-47BF-B92D-D968F79075A3}" type="presOf" srcId="{5B21F660-9F5F-4942-8970-71F0F198E8D5}" destId="{7BF93561-4463-4D2B-8648-096CEAF8B282}" srcOrd="1" destOrd="0" presId="urn:microsoft.com/office/officeart/2005/8/layout/vProcess5"/>
    <dgm:cxn modelId="{7A4019B0-2CF5-4495-B71A-A81C9A549B2B}" type="presOf" srcId="{5AAAE9B7-A875-48EF-B33B-031C9FF68E7B}" destId="{AE2ABE78-21B4-4B7B-B793-5DFD71F0DC07}" srcOrd="0" destOrd="0" presId="urn:microsoft.com/office/officeart/2005/8/layout/vProcess5"/>
    <dgm:cxn modelId="{6861A6E4-FCFB-497B-9C54-6D2C93D12B61}" type="presOf" srcId="{A013FBEF-D08C-40FB-86B5-20ECEB4AE595}" destId="{71846274-9EE3-4154-91D3-C9B6A93E748C}" srcOrd="1" destOrd="0" presId="urn:microsoft.com/office/officeart/2005/8/layout/vProcess5"/>
    <dgm:cxn modelId="{272BEABF-344F-4EA9-A838-B393E6437303}" srcId="{3D4B35ED-E198-4680-A606-0490DD408E0A}" destId="{A013FBEF-D08C-40FB-86B5-20ECEB4AE595}" srcOrd="2" destOrd="0" parTransId="{371956CE-8BC0-4408-AEA5-F3B689EB5E07}" sibTransId="{7378C1B7-5533-46C3-87FD-FC2A2CE84482}"/>
    <dgm:cxn modelId="{9C35EE98-E244-42C5-A0BE-E8DD3CE198A1}" type="presOf" srcId="{5B21F660-9F5F-4942-8970-71F0F198E8D5}" destId="{AA744A1F-4992-432B-BFCE-B9D3A84AF257}" srcOrd="0" destOrd="0" presId="urn:microsoft.com/office/officeart/2005/8/layout/vProcess5"/>
    <dgm:cxn modelId="{8AA5C5D3-B465-4A8B-956D-1DAD2EB02B1B}" srcId="{3D4B35ED-E198-4680-A606-0490DD408E0A}" destId="{5B21F660-9F5F-4942-8970-71F0F198E8D5}" srcOrd="1" destOrd="0" parTransId="{74EAD191-BA16-4B93-8F1B-05B43D28ED7E}" sibTransId="{5AAAE9B7-A875-48EF-B33B-031C9FF68E7B}"/>
    <dgm:cxn modelId="{BC904186-F0E9-46CC-87FD-55BC84914A44}" type="presOf" srcId="{01DE0B96-0E92-4D44-9FC3-81DB22E13F5E}" destId="{F37C50D3-B6D0-4748-B83A-E0D849A67278}" srcOrd="0" destOrd="0" presId="urn:microsoft.com/office/officeart/2005/8/layout/vProcess5"/>
    <dgm:cxn modelId="{457DF761-B43D-4A1C-AB4A-0DFDD38B9387}" srcId="{3D4B35ED-E198-4680-A606-0490DD408E0A}" destId="{33AB1BD4-652E-4245-823A-4E478E250BEA}" srcOrd="0" destOrd="0" parTransId="{30D82D6E-9C8F-4D79-B9CE-4F11316FF7EB}" sibTransId="{01DE0B96-0E92-4D44-9FC3-81DB22E13F5E}"/>
    <dgm:cxn modelId="{FAD4C644-EC66-4FC1-8780-1C1100CCF39C}" type="presOf" srcId="{33AB1BD4-652E-4245-823A-4E478E250BEA}" destId="{EA53DBB2-967F-4816-8A30-E0CECCB4F9F4}" srcOrd="0" destOrd="0" presId="urn:microsoft.com/office/officeart/2005/8/layout/vProcess5"/>
    <dgm:cxn modelId="{67FD07CA-FF5F-4E06-A2BE-215868DA66E7}" type="presOf" srcId="{33AB1BD4-652E-4245-823A-4E478E250BEA}" destId="{5126EB52-EF23-4F44-B3CE-C99B08BBED72}" srcOrd="1" destOrd="0" presId="urn:microsoft.com/office/officeart/2005/8/layout/vProcess5"/>
    <dgm:cxn modelId="{1CC9AC95-C1B1-4CCE-9EAA-4ECA72653F10}" type="presOf" srcId="{3D4B35ED-E198-4680-A606-0490DD408E0A}" destId="{B799B896-31D1-426F-AD59-F4267F95F7B1}" srcOrd="0" destOrd="0" presId="urn:microsoft.com/office/officeart/2005/8/layout/vProcess5"/>
    <dgm:cxn modelId="{5384F635-CFE1-4D77-A211-71F609F9E7A3}" type="presParOf" srcId="{B799B896-31D1-426F-AD59-F4267F95F7B1}" destId="{EC5A332E-749E-4955-938A-98F5B4E3A66F}" srcOrd="0" destOrd="0" presId="urn:microsoft.com/office/officeart/2005/8/layout/vProcess5"/>
    <dgm:cxn modelId="{A738DDEE-39B7-478E-9730-19BEA4E36A30}" type="presParOf" srcId="{B799B896-31D1-426F-AD59-F4267F95F7B1}" destId="{EA53DBB2-967F-4816-8A30-E0CECCB4F9F4}" srcOrd="1" destOrd="0" presId="urn:microsoft.com/office/officeart/2005/8/layout/vProcess5"/>
    <dgm:cxn modelId="{82EC910E-730D-49F1-B78B-56E791A60D7E}" type="presParOf" srcId="{B799B896-31D1-426F-AD59-F4267F95F7B1}" destId="{AA744A1F-4992-432B-BFCE-B9D3A84AF257}" srcOrd="2" destOrd="0" presId="urn:microsoft.com/office/officeart/2005/8/layout/vProcess5"/>
    <dgm:cxn modelId="{558E900C-A80F-4CF5-8B30-DEA60B9BD071}" type="presParOf" srcId="{B799B896-31D1-426F-AD59-F4267F95F7B1}" destId="{B3727348-779C-4F7C-93D6-AB7C61C1314D}" srcOrd="3" destOrd="0" presId="urn:microsoft.com/office/officeart/2005/8/layout/vProcess5"/>
    <dgm:cxn modelId="{5BA7F0D1-0623-4637-8E37-ED360DDA2CFC}" type="presParOf" srcId="{B799B896-31D1-426F-AD59-F4267F95F7B1}" destId="{F37C50D3-B6D0-4748-B83A-E0D849A67278}" srcOrd="4" destOrd="0" presId="urn:microsoft.com/office/officeart/2005/8/layout/vProcess5"/>
    <dgm:cxn modelId="{271F767D-F8A6-414A-859B-7BB53B3738F3}" type="presParOf" srcId="{B799B896-31D1-426F-AD59-F4267F95F7B1}" destId="{AE2ABE78-21B4-4B7B-B793-5DFD71F0DC07}" srcOrd="5" destOrd="0" presId="urn:microsoft.com/office/officeart/2005/8/layout/vProcess5"/>
    <dgm:cxn modelId="{BD2B13DC-329C-4308-95E4-5545DD5CC972}" type="presParOf" srcId="{B799B896-31D1-426F-AD59-F4267F95F7B1}" destId="{5126EB52-EF23-4F44-B3CE-C99B08BBED72}" srcOrd="6" destOrd="0" presId="urn:microsoft.com/office/officeart/2005/8/layout/vProcess5"/>
    <dgm:cxn modelId="{D13A9A1E-67E5-4B1B-B4EF-14CBD8BB424D}" type="presParOf" srcId="{B799B896-31D1-426F-AD59-F4267F95F7B1}" destId="{7BF93561-4463-4D2B-8648-096CEAF8B282}" srcOrd="7" destOrd="0" presId="urn:microsoft.com/office/officeart/2005/8/layout/vProcess5"/>
    <dgm:cxn modelId="{7FEDDA1C-F90E-4778-8C6D-E06A462EB7A2}" type="presParOf" srcId="{B799B896-31D1-426F-AD59-F4267F95F7B1}" destId="{71846274-9EE3-4154-91D3-C9B6A93E748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7B1D79-8DB2-44BC-85F8-EBCAA926311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DE4946-BA56-4E76-9A49-2627E2C23632}">
      <dgm:prSet/>
      <dgm:spPr/>
      <dgm:t>
        <a:bodyPr/>
        <a:lstStyle/>
        <a:p>
          <a:pPr>
            <a:defRPr cap="all"/>
          </a:pPr>
          <a:r>
            <a:rPr lang="en-US"/>
            <a:t>Store library data efficiently</a:t>
          </a:r>
        </a:p>
      </dgm:t>
    </dgm:pt>
    <dgm:pt modelId="{82CC2AB6-8AAF-496F-91EF-B3B562725BBE}" type="parTrans" cxnId="{DD67F227-F367-46FA-8696-A4BEB9015556}">
      <dgm:prSet/>
      <dgm:spPr/>
      <dgm:t>
        <a:bodyPr/>
        <a:lstStyle/>
        <a:p>
          <a:endParaRPr lang="en-US"/>
        </a:p>
      </dgm:t>
    </dgm:pt>
    <dgm:pt modelId="{0F1AEBB5-B40F-492A-AA5F-7AB23482E68C}" type="sibTrans" cxnId="{DD67F227-F367-46FA-8696-A4BEB9015556}">
      <dgm:prSet/>
      <dgm:spPr/>
      <dgm:t>
        <a:bodyPr/>
        <a:lstStyle/>
        <a:p>
          <a:endParaRPr lang="en-US"/>
        </a:p>
      </dgm:t>
    </dgm:pt>
    <dgm:pt modelId="{8BDF14AD-BDFC-48CB-AE59-73ED08E9CEFC}">
      <dgm:prSet/>
      <dgm:spPr/>
      <dgm:t>
        <a:bodyPr/>
        <a:lstStyle/>
        <a:p>
          <a:pPr>
            <a:defRPr cap="all"/>
          </a:pPr>
          <a:r>
            <a:rPr lang="en-US"/>
            <a:t>Maintain relationships using foreign keys</a:t>
          </a:r>
        </a:p>
      </dgm:t>
    </dgm:pt>
    <dgm:pt modelId="{D9B29FB3-295E-44A6-827C-7EBEAC5B00F3}" type="parTrans" cxnId="{BDC6631F-DFE7-4515-8466-0BC85CA6A0EC}">
      <dgm:prSet/>
      <dgm:spPr/>
      <dgm:t>
        <a:bodyPr/>
        <a:lstStyle/>
        <a:p>
          <a:endParaRPr lang="en-US"/>
        </a:p>
      </dgm:t>
    </dgm:pt>
    <dgm:pt modelId="{D5C6CDAE-0E90-40AA-8629-C08E5FC786D4}" type="sibTrans" cxnId="{BDC6631F-DFE7-4515-8466-0BC85CA6A0EC}">
      <dgm:prSet/>
      <dgm:spPr/>
      <dgm:t>
        <a:bodyPr/>
        <a:lstStyle/>
        <a:p>
          <a:endParaRPr lang="en-US"/>
        </a:p>
      </dgm:t>
    </dgm:pt>
    <dgm:pt modelId="{63FAB469-6A43-4A24-A83C-645DCE1E8D16}">
      <dgm:prSet/>
      <dgm:spPr/>
      <dgm:t>
        <a:bodyPr/>
        <a:lstStyle/>
        <a:p>
          <a:pPr>
            <a:defRPr cap="all"/>
          </a:pPr>
          <a:r>
            <a:rPr lang="en-US"/>
            <a:t>Support management queries and reports</a:t>
          </a:r>
        </a:p>
      </dgm:t>
    </dgm:pt>
    <dgm:pt modelId="{B0FFADE3-07AB-49AE-ABF3-0219E0EF85C9}" type="parTrans" cxnId="{E005505F-1935-41AB-B6E1-5ACF8DF2E9F7}">
      <dgm:prSet/>
      <dgm:spPr/>
      <dgm:t>
        <a:bodyPr/>
        <a:lstStyle/>
        <a:p>
          <a:endParaRPr lang="en-US"/>
        </a:p>
      </dgm:t>
    </dgm:pt>
    <dgm:pt modelId="{3121DD37-74DD-47D2-94FB-C4F3092E4BCE}" type="sibTrans" cxnId="{E005505F-1935-41AB-B6E1-5ACF8DF2E9F7}">
      <dgm:prSet/>
      <dgm:spPr/>
      <dgm:t>
        <a:bodyPr/>
        <a:lstStyle/>
        <a:p>
          <a:endParaRPr lang="en-US"/>
        </a:p>
      </dgm:t>
    </dgm:pt>
    <dgm:pt modelId="{335EF789-6266-42D7-BABD-7A35957934DF}" type="pres">
      <dgm:prSet presAssocID="{627B1D79-8DB2-44BC-85F8-EBCAA9263119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313BD7D-E942-4781-8890-F8DF83CCEEA0}" type="pres">
      <dgm:prSet presAssocID="{B7DE4946-BA56-4E76-9A49-2627E2C23632}" presName="compNode" presStyleCnt="0"/>
      <dgm:spPr/>
    </dgm:pt>
    <dgm:pt modelId="{B95AD163-4D2A-4B0D-9CE7-6DA71505836C}" type="pres">
      <dgm:prSet presAssocID="{B7DE4946-BA56-4E76-9A49-2627E2C2363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0D6AFE6-752E-4D4B-A764-E465E9A64E19}" type="pres">
      <dgm:prSet presAssocID="{B7DE4946-BA56-4E76-9A49-2627E2C236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DECB1DB-AB53-4673-9345-CA5456B208A0}" type="pres">
      <dgm:prSet presAssocID="{B7DE4946-BA56-4E76-9A49-2627E2C23632}" presName="spaceRect" presStyleCnt="0"/>
      <dgm:spPr/>
    </dgm:pt>
    <dgm:pt modelId="{7FBF661A-14E4-4F06-A1D7-5DB029793C83}" type="pres">
      <dgm:prSet presAssocID="{B7DE4946-BA56-4E76-9A49-2627E2C23632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873BD182-5661-48E8-94ED-A1DED0C63401}" type="pres">
      <dgm:prSet presAssocID="{0F1AEBB5-B40F-492A-AA5F-7AB23482E68C}" presName="sibTrans" presStyleCnt="0"/>
      <dgm:spPr/>
    </dgm:pt>
    <dgm:pt modelId="{43166C8E-DF17-45D1-AC24-5D948BD55D4F}" type="pres">
      <dgm:prSet presAssocID="{8BDF14AD-BDFC-48CB-AE59-73ED08E9CEFC}" presName="compNode" presStyleCnt="0"/>
      <dgm:spPr/>
    </dgm:pt>
    <dgm:pt modelId="{9D0F50C6-6393-4FD9-BDA8-9DB304E1EF55}" type="pres">
      <dgm:prSet presAssocID="{8BDF14AD-BDFC-48CB-AE59-73ED08E9CEF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FBF37EA-A277-40A3-A360-FE1ED7DAABB8}" type="pres">
      <dgm:prSet presAssocID="{8BDF14AD-BDFC-48CB-AE59-73ED08E9CE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D9F0817E-8429-4BB7-9ED5-39C949C4CF06}" type="pres">
      <dgm:prSet presAssocID="{8BDF14AD-BDFC-48CB-AE59-73ED08E9CEFC}" presName="spaceRect" presStyleCnt="0"/>
      <dgm:spPr/>
    </dgm:pt>
    <dgm:pt modelId="{33B054DE-2B8E-4B02-B74A-CE0C0DCBE328}" type="pres">
      <dgm:prSet presAssocID="{8BDF14AD-BDFC-48CB-AE59-73ED08E9CEFC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19FC561A-A32A-45CD-A9A9-9497A3E68D9C}" type="pres">
      <dgm:prSet presAssocID="{D5C6CDAE-0E90-40AA-8629-C08E5FC786D4}" presName="sibTrans" presStyleCnt="0"/>
      <dgm:spPr/>
    </dgm:pt>
    <dgm:pt modelId="{DC4DCEFE-DA53-42F2-B246-0CD841A4183C}" type="pres">
      <dgm:prSet presAssocID="{63FAB469-6A43-4A24-A83C-645DCE1E8D16}" presName="compNode" presStyleCnt="0"/>
      <dgm:spPr/>
    </dgm:pt>
    <dgm:pt modelId="{FFF69B18-C58E-49C6-AF13-48B692AF778C}" type="pres">
      <dgm:prSet presAssocID="{63FAB469-6A43-4A24-A83C-645DCE1E8D1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819D796-F9D3-4148-9EAA-4806DECE15A0}" type="pres">
      <dgm:prSet presAssocID="{63FAB469-6A43-4A24-A83C-645DCE1E8D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C230A140-950B-4598-9C19-8F85EEEBDBB3}" type="pres">
      <dgm:prSet presAssocID="{63FAB469-6A43-4A24-A83C-645DCE1E8D16}" presName="spaceRect" presStyleCnt="0"/>
      <dgm:spPr/>
    </dgm:pt>
    <dgm:pt modelId="{B20501FF-F1DC-470A-8739-59603AA62977}" type="pres">
      <dgm:prSet presAssocID="{63FAB469-6A43-4A24-A83C-645DCE1E8D16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B48EAA-2C12-4BA2-AE49-244C115A8215}" type="presOf" srcId="{8BDF14AD-BDFC-48CB-AE59-73ED08E9CEFC}" destId="{33B054DE-2B8E-4B02-B74A-CE0C0DCBE328}" srcOrd="0" destOrd="0" presId="urn:microsoft.com/office/officeart/2018/5/layout/IconLeafLabelList"/>
    <dgm:cxn modelId="{DD67F227-F367-46FA-8696-A4BEB9015556}" srcId="{627B1D79-8DB2-44BC-85F8-EBCAA9263119}" destId="{B7DE4946-BA56-4E76-9A49-2627E2C23632}" srcOrd="0" destOrd="0" parTransId="{82CC2AB6-8AAF-496F-91EF-B3B562725BBE}" sibTransId="{0F1AEBB5-B40F-492A-AA5F-7AB23482E68C}"/>
    <dgm:cxn modelId="{B08941B7-F433-484C-B509-C193A1D85335}" type="presOf" srcId="{63FAB469-6A43-4A24-A83C-645DCE1E8D16}" destId="{B20501FF-F1DC-470A-8739-59603AA62977}" srcOrd="0" destOrd="0" presId="urn:microsoft.com/office/officeart/2018/5/layout/IconLeafLabelList"/>
    <dgm:cxn modelId="{E005505F-1935-41AB-B6E1-5ACF8DF2E9F7}" srcId="{627B1D79-8DB2-44BC-85F8-EBCAA9263119}" destId="{63FAB469-6A43-4A24-A83C-645DCE1E8D16}" srcOrd="2" destOrd="0" parTransId="{B0FFADE3-07AB-49AE-ABF3-0219E0EF85C9}" sibTransId="{3121DD37-74DD-47D2-94FB-C4F3092E4BCE}"/>
    <dgm:cxn modelId="{8B8606AD-6735-4607-BFE7-8B1EF7FAAC4A}" type="presOf" srcId="{627B1D79-8DB2-44BC-85F8-EBCAA9263119}" destId="{335EF789-6266-42D7-BABD-7A35957934DF}" srcOrd="0" destOrd="0" presId="urn:microsoft.com/office/officeart/2018/5/layout/IconLeafLabelList"/>
    <dgm:cxn modelId="{BDC6631F-DFE7-4515-8466-0BC85CA6A0EC}" srcId="{627B1D79-8DB2-44BC-85F8-EBCAA9263119}" destId="{8BDF14AD-BDFC-48CB-AE59-73ED08E9CEFC}" srcOrd="1" destOrd="0" parTransId="{D9B29FB3-295E-44A6-827C-7EBEAC5B00F3}" sibTransId="{D5C6CDAE-0E90-40AA-8629-C08E5FC786D4}"/>
    <dgm:cxn modelId="{BF65EDC9-F356-400F-87A6-2B79021CF80A}" type="presOf" srcId="{B7DE4946-BA56-4E76-9A49-2627E2C23632}" destId="{7FBF661A-14E4-4F06-A1D7-5DB029793C83}" srcOrd="0" destOrd="0" presId="urn:microsoft.com/office/officeart/2018/5/layout/IconLeafLabelList"/>
    <dgm:cxn modelId="{755C0C8F-584C-4BCD-A3B7-64FC096B8857}" type="presParOf" srcId="{335EF789-6266-42D7-BABD-7A35957934DF}" destId="{E313BD7D-E942-4781-8890-F8DF83CCEEA0}" srcOrd="0" destOrd="0" presId="urn:microsoft.com/office/officeart/2018/5/layout/IconLeafLabelList"/>
    <dgm:cxn modelId="{3D936AC1-9670-4AEB-860A-84DC0A73A02F}" type="presParOf" srcId="{E313BD7D-E942-4781-8890-F8DF83CCEEA0}" destId="{B95AD163-4D2A-4B0D-9CE7-6DA71505836C}" srcOrd="0" destOrd="0" presId="urn:microsoft.com/office/officeart/2018/5/layout/IconLeafLabelList"/>
    <dgm:cxn modelId="{EBD21185-2EFB-4CF8-B54F-42AB938AAE83}" type="presParOf" srcId="{E313BD7D-E942-4781-8890-F8DF83CCEEA0}" destId="{B0D6AFE6-752E-4D4B-A764-E465E9A64E19}" srcOrd="1" destOrd="0" presId="urn:microsoft.com/office/officeart/2018/5/layout/IconLeafLabelList"/>
    <dgm:cxn modelId="{D56E8E3A-A133-4DEE-B6B1-36820B18ECE9}" type="presParOf" srcId="{E313BD7D-E942-4781-8890-F8DF83CCEEA0}" destId="{ADECB1DB-AB53-4673-9345-CA5456B208A0}" srcOrd="2" destOrd="0" presId="urn:microsoft.com/office/officeart/2018/5/layout/IconLeafLabelList"/>
    <dgm:cxn modelId="{76E23B77-603A-4D44-9347-084015AA1A6B}" type="presParOf" srcId="{E313BD7D-E942-4781-8890-F8DF83CCEEA0}" destId="{7FBF661A-14E4-4F06-A1D7-5DB029793C83}" srcOrd="3" destOrd="0" presId="urn:microsoft.com/office/officeart/2018/5/layout/IconLeafLabelList"/>
    <dgm:cxn modelId="{421D4FF1-C583-4E88-8F4A-7ACF6FF04E8D}" type="presParOf" srcId="{335EF789-6266-42D7-BABD-7A35957934DF}" destId="{873BD182-5661-48E8-94ED-A1DED0C63401}" srcOrd="1" destOrd="0" presId="urn:microsoft.com/office/officeart/2018/5/layout/IconLeafLabelList"/>
    <dgm:cxn modelId="{F543DF78-6121-4C16-8F78-218BF887686D}" type="presParOf" srcId="{335EF789-6266-42D7-BABD-7A35957934DF}" destId="{43166C8E-DF17-45D1-AC24-5D948BD55D4F}" srcOrd="2" destOrd="0" presId="urn:microsoft.com/office/officeart/2018/5/layout/IconLeafLabelList"/>
    <dgm:cxn modelId="{B58F5C37-8705-4A5F-BF56-C0CAB6FD3315}" type="presParOf" srcId="{43166C8E-DF17-45D1-AC24-5D948BD55D4F}" destId="{9D0F50C6-6393-4FD9-BDA8-9DB304E1EF55}" srcOrd="0" destOrd="0" presId="urn:microsoft.com/office/officeart/2018/5/layout/IconLeafLabelList"/>
    <dgm:cxn modelId="{9A8D2F62-6A07-4F58-AA7B-6CB668942DF8}" type="presParOf" srcId="{43166C8E-DF17-45D1-AC24-5D948BD55D4F}" destId="{FFBF37EA-A277-40A3-A360-FE1ED7DAABB8}" srcOrd="1" destOrd="0" presId="urn:microsoft.com/office/officeart/2018/5/layout/IconLeafLabelList"/>
    <dgm:cxn modelId="{7CAB036C-A2BB-4274-A563-02437967A965}" type="presParOf" srcId="{43166C8E-DF17-45D1-AC24-5D948BD55D4F}" destId="{D9F0817E-8429-4BB7-9ED5-39C949C4CF06}" srcOrd="2" destOrd="0" presId="urn:microsoft.com/office/officeart/2018/5/layout/IconLeafLabelList"/>
    <dgm:cxn modelId="{54B772D2-F917-4A71-892B-5C350EAC7439}" type="presParOf" srcId="{43166C8E-DF17-45D1-AC24-5D948BD55D4F}" destId="{33B054DE-2B8E-4B02-B74A-CE0C0DCBE328}" srcOrd="3" destOrd="0" presId="urn:microsoft.com/office/officeart/2018/5/layout/IconLeafLabelList"/>
    <dgm:cxn modelId="{E82A2AC7-69BB-4ED7-99C7-EAAE89082176}" type="presParOf" srcId="{335EF789-6266-42D7-BABD-7A35957934DF}" destId="{19FC561A-A32A-45CD-A9A9-9497A3E68D9C}" srcOrd="3" destOrd="0" presId="urn:microsoft.com/office/officeart/2018/5/layout/IconLeafLabelList"/>
    <dgm:cxn modelId="{DBFEF341-7658-4271-89B1-137CFE24E347}" type="presParOf" srcId="{335EF789-6266-42D7-BABD-7A35957934DF}" destId="{DC4DCEFE-DA53-42F2-B246-0CD841A4183C}" srcOrd="4" destOrd="0" presId="urn:microsoft.com/office/officeart/2018/5/layout/IconLeafLabelList"/>
    <dgm:cxn modelId="{423FA7ED-41D7-4AA2-8C4B-7E92A652B554}" type="presParOf" srcId="{DC4DCEFE-DA53-42F2-B246-0CD841A4183C}" destId="{FFF69B18-C58E-49C6-AF13-48B692AF778C}" srcOrd="0" destOrd="0" presId="urn:microsoft.com/office/officeart/2018/5/layout/IconLeafLabelList"/>
    <dgm:cxn modelId="{9510F2FB-4DAA-4921-9F01-C941B3FC555B}" type="presParOf" srcId="{DC4DCEFE-DA53-42F2-B246-0CD841A4183C}" destId="{7819D796-F9D3-4148-9EAA-4806DECE15A0}" srcOrd="1" destOrd="0" presId="urn:microsoft.com/office/officeart/2018/5/layout/IconLeafLabelList"/>
    <dgm:cxn modelId="{D2E16B8D-35A4-4A63-B49C-B87779A954DA}" type="presParOf" srcId="{DC4DCEFE-DA53-42F2-B246-0CD841A4183C}" destId="{C230A140-950B-4598-9C19-8F85EEEBDBB3}" srcOrd="2" destOrd="0" presId="urn:microsoft.com/office/officeart/2018/5/layout/IconLeafLabelList"/>
    <dgm:cxn modelId="{E2FAEF70-EC2D-4605-B32D-478BCE01338D}" type="presParOf" srcId="{DC4DCEFE-DA53-42F2-B246-0CD841A4183C}" destId="{B20501FF-F1DC-470A-8739-59603AA6297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E786E8-A15D-457F-B9F2-7225C698A2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32FF85-C377-417B-87BF-F12797CC8A16}">
      <dgm:prSet/>
      <dgm:spPr/>
      <dgm:t>
        <a:bodyPr/>
        <a:lstStyle/>
        <a:p>
          <a:r>
            <a:rPr lang="en-US"/>
            <a:t>Author</a:t>
          </a:r>
        </a:p>
      </dgm:t>
    </dgm:pt>
    <dgm:pt modelId="{56D050E7-D590-4AA9-8F30-BB77EC614452}" type="parTrans" cxnId="{628FC26C-9050-4A15-869C-AC50A0C2BCA0}">
      <dgm:prSet/>
      <dgm:spPr/>
      <dgm:t>
        <a:bodyPr/>
        <a:lstStyle/>
        <a:p>
          <a:endParaRPr lang="en-US"/>
        </a:p>
      </dgm:t>
    </dgm:pt>
    <dgm:pt modelId="{58D90797-8B39-4265-A6F5-712438BB65B2}" type="sibTrans" cxnId="{628FC26C-9050-4A15-869C-AC50A0C2BCA0}">
      <dgm:prSet/>
      <dgm:spPr/>
      <dgm:t>
        <a:bodyPr/>
        <a:lstStyle/>
        <a:p>
          <a:endParaRPr lang="en-US"/>
        </a:p>
      </dgm:t>
    </dgm:pt>
    <dgm:pt modelId="{A2EB5790-5921-4491-8189-59EB55A62E1E}">
      <dgm:prSet/>
      <dgm:spPr/>
      <dgm:t>
        <a:bodyPr/>
        <a:lstStyle/>
        <a:p>
          <a:r>
            <a:rPr lang="en-US"/>
            <a:t>Book</a:t>
          </a:r>
        </a:p>
      </dgm:t>
    </dgm:pt>
    <dgm:pt modelId="{5B964FBC-0275-45F0-BF02-55CC5E3FF4CE}" type="parTrans" cxnId="{6F62E7A5-25C7-4A86-8081-AE0C24E627F9}">
      <dgm:prSet/>
      <dgm:spPr/>
      <dgm:t>
        <a:bodyPr/>
        <a:lstStyle/>
        <a:p>
          <a:endParaRPr lang="en-US"/>
        </a:p>
      </dgm:t>
    </dgm:pt>
    <dgm:pt modelId="{18E31256-32A3-4425-A3B4-5F7C43A28475}" type="sibTrans" cxnId="{6F62E7A5-25C7-4A86-8081-AE0C24E627F9}">
      <dgm:prSet/>
      <dgm:spPr/>
      <dgm:t>
        <a:bodyPr/>
        <a:lstStyle/>
        <a:p>
          <a:endParaRPr lang="en-US"/>
        </a:p>
      </dgm:t>
    </dgm:pt>
    <dgm:pt modelId="{6DA4BB6E-E1B7-4B4E-AC77-FFB8322CFDF8}">
      <dgm:prSet/>
      <dgm:spPr/>
      <dgm:t>
        <a:bodyPr/>
        <a:lstStyle/>
        <a:p>
          <a:r>
            <a:rPr lang="en-US"/>
            <a:t>Member</a:t>
          </a:r>
        </a:p>
      </dgm:t>
    </dgm:pt>
    <dgm:pt modelId="{468419FD-BF61-470E-B757-74A456135D57}" type="parTrans" cxnId="{B5BFE71F-7CCE-42C9-825E-B306D4F02861}">
      <dgm:prSet/>
      <dgm:spPr/>
      <dgm:t>
        <a:bodyPr/>
        <a:lstStyle/>
        <a:p>
          <a:endParaRPr lang="en-US"/>
        </a:p>
      </dgm:t>
    </dgm:pt>
    <dgm:pt modelId="{21EE3877-4AF9-4907-BF62-0843420BEB68}" type="sibTrans" cxnId="{B5BFE71F-7CCE-42C9-825E-B306D4F02861}">
      <dgm:prSet/>
      <dgm:spPr/>
      <dgm:t>
        <a:bodyPr/>
        <a:lstStyle/>
        <a:p>
          <a:endParaRPr lang="en-US"/>
        </a:p>
      </dgm:t>
    </dgm:pt>
    <dgm:pt modelId="{36AD4842-B9FD-4B3C-BA44-B610AF268909}">
      <dgm:prSet/>
      <dgm:spPr/>
      <dgm:t>
        <a:bodyPr/>
        <a:lstStyle/>
        <a:p>
          <a:r>
            <a:rPr lang="en-US"/>
            <a:t>Staff</a:t>
          </a:r>
        </a:p>
      </dgm:t>
    </dgm:pt>
    <dgm:pt modelId="{8664E62E-7A60-47CF-A03B-EED07B3CBC3E}" type="parTrans" cxnId="{095A4CBF-139F-4E6D-A904-2C612908BF05}">
      <dgm:prSet/>
      <dgm:spPr/>
      <dgm:t>
        <a:bodyPr/>
        <a:lstStyle/>
        <a:p>
          <a:endParaRPr lang="en-US"/>
        </a:p>
      </dgm:t>
    </dgm:pt>
    <dgm:pt modelId="{440A6D88-D309-4324-9D59-8EC27F82AC9F}" type="sibTrans" cxnId="{095A4CBF-139F-4E6D-A904-2C612908BF05}">
      <dgm:prSet/>
      <dgm:spPr/>
      <dgm:t>
        <a:bodyPr/>
        <a:lstStyle/>
        <a:p>
          <a:endParaRPr lang="en-US"/>
        </a:p>
      </dgm:t>
    </dgm:pt>
    <dgm:pt modelId="{D74FDA16-3E4E-47C3-AA22-0C7740E028C9}">
      <dgm:prSet/>
      <dgm:spPr/>
      <dgm:t>
        <a:bodyPr/>
        <a:lstStyle/>
        <a:p>
          <a:r>
            <a:rPr lang="en-US"/>
            <a:t>Borrow</a:t>
          </a:r>
        </a:p>
      </dgm:t>
    </dgm:pt>
    <dgm:pt modelId="{C3748659-C6B0-4361-912D-E489EF471F39}" type="parTrans" cxnId="{CEF4F9C3-CA6A-4117-9618-B6BFCA8F1C8B}">
      <dgm:prSet/>
      <dgm:spPr/>
      <dgm:t>
        <a:bodyPr/>
        <a:lstStyle/>
        <a:p>
          <a:endParaRPr lang="en-US"/>
        </a:p>
      </dgm:t>
    </dgm:pt>
    <dgm:pt modelId="{EC9D7D50-164E-4B91-ADAB-84F9449F213F}" type="sibTrans" cxnId="{CEF4F9C3-CA6A-4117-9618-B6BFCA8F1C8B}">
      <dgm:prSet/>
      <dgm:spPr/>
      <dgm:t>
        <a:bodyPr/>
        <a:lstStyle/>
        <a:p>
          <a:endParaRPr lang="en-US"/>
        </a:p>
      </dgm:t>
    </dgm:pt>
    <dgm:pt modelId="{B8444006-03A0-49A7-A1CD-808D37DFE6B6}">
      <dgm:prSet/>
      <dgm:spPr/>
      <dgm:t>
        <a:bodyPr/>
        <a:lstStyle/>
        <a:p>
          <a:r>
            <a:rPr lang="en-US"/>
            <a:t>Return</a:t>
          </a:r>
        </a:p>
      </dgm:t>
    </dgm:pt>
    <dgm:pt modelId="{BC012BD2-F98E-4214-AF34-37B38312C675}" type="parTrans" cxnId="{7C916498-9734-408F-9070-56B555A19906}">
      <dgm:prSet/>
      <dgm:spPr/>
      <dgm:t>
        <a:bodyPr/>
        <a:lstStyle/>
        <a:p>
          <a:endParaRPr lang="en-US"/>
        </a:p>
      </dgm:t>
    </dgm:pt>
    <dgm:pt modelId="{8ABB9177-A724-4E28-8C5C-E41D350AA09A}" type="sibTrans" cxnId="{7C916498-9734-408F-9070-56B555A19906}">
      <dgm:prSet/>
      <dgm:spPr/>
      <dgm:t>
        <a:bodyPr/>
        <a:lstStyle/>
        <a:p>
          <a:endParaRPr lang="en-US"/>
        </a:p>
      </dgm:t>
    </dgm:pt>
    <dgm:pt modelId="{59633154-1F94-469D-B6A7-864845B54DC3}" type="pres">
      <dgm:prSet presAssocID="{58E786E8-A15D-457F-B9F2-7225C698A28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397A37-9C42-4C04-90FA-3D1BDDE4C804}" type="pres">
      <dgm:prSet presAssocID="{A532FF85-C377-417B-87BF-F12797CC8A16}" presName="compNode" presStyleCnt="0"/>
      <dgm:spPr/>
    </dgm:pt>
    <dgm:pt modelId="{E39DDEF2-DA73-4069-8188-146D02DC6D89}" type="pres">
      <dgm:prSet presAssocID="{A532FF85-C377-417B-87BF-F12797CC8A16}" presName="bgRect" presStyleLbl="bgShp" presStyleIdx="0" presStyleCnt="6"/>
      <dgm:spPr/>
    </dgm:pt>
    <dgm:pt modelId="{5B15F1BD-EDF5-469A-BC3C-0C7E4191B7A3}" type="pres">
      <dgm:prSet presAssocID="{A532FF85-C377-417B-87BF-F12797CC8A1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ypewriter"/>
        </a:ext>
      </dgm:extLst>
    </dgm:pt>
    <dgm:pt modelId="{D04C7408-8CA7-49B7-BAEA-253A9451449D}" type="pres">
      <dgm:prSet presAssocID="{A532FF85-C377-417B-87BF-F12797CC8A16}" presName="spaceRect" presStyleCnt="0"/>
      <dgm:spPr/>
    </dgm:pt>
    <dgm:pt modelId="{5E386470-9D91-431D-ACB8-D0A3DB7C4DF5}" type="pres">
      <dgm:prSet presAssocID="{A532FF85-C377-417B-87BF-F12797CC8A16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E226EEF-A886-4C06-9540-D52F20722F55}" type="pres">
      <dgm:prSet presAssocID="{58D90797-8B39-4265-A6F5-712438BB65B2}" presName="sibTrans" presStyleCnt="0"/>
      <dgm:spPr/>
    </dgm:pt>
    <dgm:pt modelId="{7960111E-4131-4E17-9EB0-E87F40627287}" type="pres">
      <dgm:prSet presAssocID="{A2EB5790-5921-4491-8189-59EB55A62E1E}" presName="compNode" presStyleCnt="0"/>
      <dgm:spPr/>
    </dgm:pt>
    <dgm:pt modelId="{CE007D8D-0580-4DAD-A913-BBBC04F66435}" type="pres">
      <dgm:prSet presAssocID="{A2EB5790-5921-4491-8189-59EB55A62E1E}" presName="bgRect" presStyleLbl="bgShp" presStyleIdx="1" presStyleCnt="6"/>
      <dgm:spPr/>
    </dgm:pt>
    <dgm:pt modelId="{3BBE1FEC-8A8E-43C7-B2F9-E9BD86BE3684}" type="pres">
      <dgm:prSet presAssocID="{A2EB5790-5921-4491-8189-59EB55A62E1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FF1ED96-F356-4857-BABE-DBAA90F50935}" type="pres">
      <dgm:prSet presAssocID="{A2EB5790-5921-4491-8189-59EB55A62E1E}" presName="spaceRect" presStyleCnt="0"/>
      <dgm:spPr/>
    </dgm:pt>
    <dgm:pt modelId="{8F797ED1-0550-4108-89C3-4D132512B6FB}" type="pres">
      <dgm:prSet presAssocID="{A2EB5790-5921-4491-8189-59EB55A62E1E}" presName="parTx" presStyleLbl="revTx" presStyleIdx="1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CE4299B-9444-4977-ACED-4F208EDF5A90}" type="pres">
      <dgm:prSet presAssocID="{18E31256-32A3-4425-A3B4-5F7C43A28475}" presName="sibTrans" presStyleCnt="0"/>
      <dgm:spPr/>
    </dgm:pt>
    <dgm:pt modelId="{1A43B74D-D74C-49E8-B1C9-97A18D29CB1E}" type="pres">
      <dgm:prSet presAssocID="{6DA4BB6E-E1B7-4B4E-AC77-FFB8322CFDF8}" presName="compNode" presStyleCnt="0"/>
      <dgm:spPr/>
    </dgm:pt>
    <dgm:pt modelId="{9B37AEFB-2954-46A8-87BA-1735A5F5F61F}" type="pres">
      <dgm:prSet presAssocID="{6DA4BB6E-E1B7-4B4E-AC77-FFB8322CFDF8}" presName="bgRect" presStyleLbl="bgShp" presStyleIdx="2" presStyleCnt="6"/>
      <dgm:spPr/>
    </dgm:pt>
    <dgm:pt modelId="{271383F4-1EFD-418E-B709-8B1F08CC8DFD}" type="pres">
      <dgm:prSet presAssocID="{6DA4BB6E-E1B7-4B4E-AC77-FFB8322CFDF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66F702F-76D7-4282-BA4E-45B07BF4D7B5}" type="pres">
      <dgm:prSet presAssocID="{6DA4BB6E-E1B7-4B4E-AC77-FFB8322CFDF8}" presName="spaceRect" presStyleCnt="0"/>
      <dgm:spPr/>
    </dgm:pt>
    <dgm:pt modelId="{13D28B9D-468F-4F3A-A667-ACB199FC11E8}" type="pres">
      <dgm:prSet presAssocID="{6DA4BB6E-E1B7-4B4E-AC77-FFB8322CFDF8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2F8F4D1-C508-44DB-9101-3BD41EF54CA7}" type="pres">
      <dgm:prSet presAssocID="{21EE3877-4AF9-4907-BF62-0843420BEB68}" presName="sibTrans" presStyleCnt="0"/>
      <dgm:spPr/>
    </dgm:pt>
    <dgm:pt modelId="{2CC06A02-6895-471F-846A-961FD44272AE}" type="pres">
      <dgm:prSet presAssocID="{36AD4842-B9FD-4B3C-BA44-B610AF268909}" presName="compNode" presStyleCnt="0"/>
      <dgm:spPr/>
    </dgm:pt>
    <dgm:pt modelId="{EBE5F00D-57CE-4DAE-A7FD-E828CB468356}" type="pres">
      <dgm:prSet presAssocID="{36AD4842-B9FD-4B3C-BA44-B610AF268909}" presName="bgRect" presStyleLbl="bgShp" presStyleIdx="3" presStyleCnt="6"/>
      <dgm:spPr/>
    </dgm:pt>
    <dgm:pt modelId="{1D66BE1C-205E-4A9B-B184-E9470B14176E}" type="pres">
      <dgm:prSet presAssocID="{36AD4842-B9FD-4B3C-BA44-B610AF26890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8F8FDB6-FBA5-4201-B484-A38F4B033264}" type="pres">
      <dgm:prSet presAssocID="{36AD4842-B9FD-4B3C-BA44-B610AF268909}" presName="spaceRect" presStyleCnt="0"/>
      <dgm:spPr/>
    </dgm:pt>
    <dgm:pt modelId="{C465FCC0-9D3D-4F1A-A188-AFE826244C63}" type="pres">
      <dgm:prSet presAssocID="{36AD4842-B9FD-4B3C-BA44-B610AF268909}" presName="parTx" presStyleLbl="revTx" presStyleIdx="3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29C42724-5D02-4346-AA4E-9208575D2C9A}" type="pres">
      <dgm:prSet presAssocID="{440A6D88-D309-4324-9D59-8EC27F82AC9F}" presName="sibTrans" presStyleCnt="0"/>
      <dgm:spPr/>
    </dgm:pt>
    <dgm:pt modelId="{5BD53B18-6462-4161-901F-49486F42DC26}" type="pres">
      <dgm:prSet presAssocID="{D74FDA16-3E4E-47C3-AA22-0C7740E028C9}" presName="compNode" presStyleCnt="0"/>
      <dgm:spPr/>
    </dgm:pt>
    <dgm:pt modelId="{E8A29F27-1F8A-477B-AAA7-9029B0EF22BE}" type="pres">
      <dgm:prSet presAssocID="{D74FDA16-3E4E-47C3-AA22-0C7740E028C9}" presName="bgRect" presStyleLbl="bgShp" presStyleIdx="4" presStyleCnt="6"/>
      <dgm:spPr/>
    </dgm:pt>
    <dgm:pt modelId="{DD880BF6-2361-4C5B-B229-AEEF16E02EB9}" type="pres">
      <dgm:prSet presAssocID="{D74FDA16-3E4E-47C3-AA22-0C7740E028C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C358E58-5F59-4E9D-B055-6D697EA9E585}" type="pres">
      <dgm:prSet presAssocID="{D74FDA16-3E4E-47C3-AA22-0C7740E028C9}" presName="spaceRect" presStyleCnt="0"/>
      <dgm:spPr/>
    </dgm:pt>
    <dgm:pt modelId="{BEFBC558-4BC1-4D1F-B3B4-89C1D38F3EBD}" type="pres">
      <dgm:prSet presAssocID="{D74FDA16-3E4E-47C3-AA22-0C7740E028C9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3ACB9A7-3DB6-4E12-B621-027D8989EAA0}" type="pres">
      <dgm:prSet presAssocID="{EC9D7D50-164E-4B91-ADAB-84F9449F213F}" presName="sibTrans" presStyleCnt="0"/>
      <dgm:spPr/>
    </dgm:pt>
    <dgm:pt modelId="{C1469D63-0528-45C7-876D-61E0D04D6755}" type="pres">
      <dgm:prSet presAssocID="{B8444006-03A0-49A7-A1CD-808D37DFE6B6}" presName="compNode" presStyleCnt="0"/>
      <dgm:spPr/>
    </dgm:pt>
    <dgm:pt modelId="{44786D92-F1B2-4E01-86FE-5A4E857C319A}" type="pres">
      <dgm:prSet presAssocID="{B8444006-03A0-49A7-A1CD-808D37DFE6B6}" presName="bgRect" presStyleLbl="bgShp" presStyleIdx="5" presStyleCnt="6"/>
      <dgm:spPr/>
    </dgm:pt>
    <dgm:pt modelId="{84E8DF1F-6978-4738-B0DC-E69B965A653D}" type="pres">
      <dgm:prSet presAssocID="{B8444006-03A0-49A7-A1CD-808D37DFE6B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EBAFB3A1-920F-419F-8C69-F519027077FC}" type="pres">
      <dgm:prSet presAssocID="{B8444006-03A0-49A7-A1CD-808D37DFE6B6}" presName="spaceRect" presStyleCnt="0"/>
      <dgm:spPr/>
    </dgm:pt>
    <dgm:pt modelId="{BC98ADC6-AE93-4556-9109-77B82BFF49D7}" type="pres">
      <dgm:prSet presAssocID="{B8444006-03A0-49A7-A1CD-808D37DFE6B6}" presName="parTx" presStyleLbl="revTx" presStyleIdx="5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6F62E7A5-25C7-4A86-8081-AE0C24E627F9}" srcId="{58E786E8-A15D-457F-B9F2-7225C698A285}" destId="{A2EB5790-5921-4491-8189-59EB55A62E1E}" srcOrd="1" destOrd="0" parTransId="{5B964FBC-0275-45F0-BF02-55CC5E3FF4CE}" sibTransId="{18E31256-32A3-4425-A3B4-5F7C43A28475}"/>
    <dgm:cxn modelId="{6CF8EDC9-B6BD-468A-BD0E-3BDB99C1C0F6}" type="presOf" srcId="{B8444006-03A0-49A7-A1CD-808D37DFE6B6}" destId="{BC98ADC6-AE93-4556-9109-77B82BFF49D7}" srcOrd="0" destOrd="0" presId="urn:microsoft.com/office/officeart/2018/2/layout/IconVerticalSolidList"/>
    <dgm:cxn modelId="{628FC26C-9050-4A15-869C-AC50A0C2BCA0}" srcId="{58E786E8-A15D-457F-B9F2-7225C698A285}" destId="{A532FF85-C377-417B-87BF-F12797CC8A16}" srcOrd="0" destOrd="0" parTransId="{56D050E7-D590-4AA9-8F30-BB77EC614452}" sibTransId="{58D90797-8B39-4265-A6F5-712438BB65B2}"/>
    <dgm:cxn modelId="{7C916498-9734-408F-9070-56B555A19906}" srcId="{58E786E8-A15D-457F-B9F2-7225C698A285}" destId="{B8444006-03A0-49A7-A1CD-808D37DFE6B6}" srcOrd="5" destOrd="0" parTransId="{BC012BD2-F98E-4214-AF34-37B38312C675}" sibTransId="{8ABB9177-A724-4E28-8C5C-E41D350AA09A}"/>
    <dgm:cxn modelId="{CEF4F9C3-CA6A-4117-9618-B6BFCA8F1C8B}" srcId="{58E786E8-A15D-457F-B9F2-7225C698A285}" destId="{D74FDA16-3E4E-47C3-AA22-0C7740E028C9}" srcOrd="4" destOrd="0" parTransId="{C3748659-C6B0-4361-912D-E489EF471F39}" sibTransId="{EC9D7D50-164E-4B91-ADAB-84F9449F213F}"/>
    <dgm:cxn modelId="{B5BFE71F-7CCE-42C9-825E-B306D4F02861}" srcId="{58E786E8-A15D-457F-B9F2-7225C698A285}" destId="{6DA4BB6E-E1B7-4B4E-AC77-FFB8322CFDF8}" srcOrd="2" destOrd="0" parTransId="{468419FD-BF61-470E-B757-74A456135D57}" sibTransId="{21EE3877-4AF9-4907-BF62-0843420BEB68}"/>
    <dgm:cxn modelId="{BFC80B5D-5E1C-480D-AF68-1024D08B4512}" type="presOf" srcId="{D74FDA16-3E4E-47C3-AA22-0C7740E028C9}" destId="{BEFBC558-4BC1-4D1F-B3B4-89C1D38F3EBD}" srcOrd="0" destOrd="0" presId="urn:microsoft.com/office/officeart/2018/2/layout/IconVerticalSolidList"/>
    <dgm:cxn modelId="{06CF4A90-1430-4C99-A1AA-2124E0C6618E}" type="presOf" srcId="{A532FF85-C377-417B-87BF-F12797CC8A16}" destId="{5E386470-9D91-431D-ACB8-D0A3DB7C4DF5}" srcOrd="0" destOrd="0" presId="urn:microsoft.com/office/officeart/2018/2/layout/IconVerticalSolidList"/>
    <dgm:cxn modelId="{4F0B83EB-D189-4A28-8EC0-F4B886101B60}" type="presOf" srcId="{A2EB5790-5921-4491-8189-59EB55A62E1E}" destId="{8F797ED1-0550-4108-89C3-4D132512B6FB}" srcOrd="0" destOrd="0" presId="urn:microsoft.com/office/officeart/2018/2/layout/IconVerticalSolidList"/>
    <dgm:cxn modelId="{69B5DA63-6CC0-4017-9778-3A815372BED8}" type="presOf" srcId="{58E786E8-A15D-457F-B9F2-7225C698A285}" destId="{59633154-1F94-469D-B6A7-864845B54DC3}" srcOrd="0" destOrd="0" presId="urn:microsoft.com/office/officeart/2018/2/layout/IconVerticalSolidList"/>
    <dgm:cxn modelId="{095A4CBF-139F-4E6D-A904-2C612908BF05}" srcId="{58E786E8-A15D-457F-B9F2-7225C698A285}" destId="{36AD4842-B9FD-4B3C-BA44-B610AF268909}" srcOrd="3" destOrd="0" parTransId="{8664E62E-7A60-47CF-A03B-EED07B3CBC3E}" sibTransId="{440A6D88-D309-4324-9D59-8EC27F82AC9F}"/>
    <dgm:cxn modelId="{C0BCF343-6DDE-4D20-9883-A9E0A6D564B5}" type="presOf" srcId="{6DA4BB6E-E1B7-4B4E-AC77-FFB8322CFDF8}" destId="{13D28B9D-468F-4F3A-A667-ACB199FC11E8}" srcOrd="0" destOrd="0" presId="urn:microsoft.com/office/officeart/2018/2/layout/IconVerticalSolidList"/>
    <dgm:cxn modelId="{172D69BB-6C9A-44F6-82D4-49E19D5D5453}" type="presOf" srcId="{36AD4842-B9FD-4B3C-BA44-B610AF268909}" destId="{C465FCC0-9D3D-4F1A-A188-AFE826244C63}" srcOrd="0" destOrd="0" presId="urn:microsoft.com/office/officeart/2018/2/layout/IconVerticalSolidList"/>
    <dgm:cxn modelId="{0A6CB898-A1FF-4963-B1B5-4B377DAA79C4}" type="presParOf" srcId="{59633154-1F94-469D-B6A7-864845B54DC3}" destId="{ED397A37-9C42-4C04-90FA-3D1BDDE4C804}" srcOrd="0" destOrd="0" presId="urn:microsoft.com/office/officeart/2018/2/layout/IconVerticalSolidList"/>
    <dgm:cxn modelId="{F64F1E60-3217-4D95-A92C-3A504261A3EA}" type="presParOf" srcId="{ED397A37-9C42-4C04-90FA-3D1BDDE4C804}" destId="{E39DDEF2-DA73-4069-8188-146D02DC6D89}" srcOrd="0" destOrd="0" presId="urn:microsoft.com/office/officeart/2018/2/layout/IconVerticalSolidList"/>
    <dgm:cxn modelId="{80457E44-D8F9-4BA8-8D61-0CDEF28EE7AA}" type="presParOf" srcId="{ED397A37-9C42-4C04-90FA-3D1BDDE4C804}" destId="{5B15F1BD-EDF5-469A-BC3C-0C7E4191B7A3}" srcOrd="1" destOrd="0" presId="urn:microsoft.com/office/officeart/2018/2/layout/IconVerticalSolidList"/>
    <dgm:cxn modelId="{A2B19747-DDD0-4505-8AB0-328D69078A70}" type="presParOf" srcId="{ED397A37-9C42-4C04-90FA-3D1BDDE4C804}" destId="{D04C7408-8CA7-49B7-BAEA-253A9451449D}" srcOrd="2" destOrd="0" presId="urn:microsoft.com/office/officeart/2018/2/layout/IconVerticalSolidList"/>
    <dgm:cxn modelId="{A25EC1F2-EE9F-4BD7-B20B-62EE569B018F}" type="presParOf" srcId="{ED397A37-9C42-4C04-90FA-3D1BDDE4C804}" destId="{5E386470-9D91-431D-ACB8-D0A3DB7C4DF5}" srcOrd="3" destOrd="0" presId="urn:microsoft.com/office/officeart/2018/2/layout/IconVerticalSolidList"/>
    <dgm:cxn modelId="{636887A9-85F5-4D41-B754-1DF3F5AF5AEB}" type="presParOf" srcId="{59633154-1F94-469D-B6A7-864845B54DC3}" destId="{9E226EEF-A886-4C06-9540-D52F20722F55}" srcOrd="1" destOrd="0" presId="urn:microsoft.com/office/officeart/2018/2/layout/IconVerticalSolidList"/>
    <dgm:cxn modelId="{4F2EE265-10BA-4CE5-A0C8-E146E5AD5FD5}" type="presParOf" srcId="{59633154-1F94-469D-B6A7-864845B54DC3}" destId="{7960111E-4131-4E17-9EB0-E87F40627287}" srcOrd="2" destOrd="0" presId="urn:microsoft.com/office/officeart/2018/2/layout/IconVerticalSolidList"/>
    <dgm:cxn modelId="{136A315E-1A73-4DA5-8502-14080BDDA432}" type="presParOf" srcId="{7960111E-4131-4E17-9EB0-E87F40627287}" destId="{CE007D8D-0580-4DAD-A913-BBBC04F66435}" srcOrd="0" destOrd="0" presId="urn:microsoft.com/office/officeart/2018/2/layout/IconVerticalSolidList"/>
    <dgm:cxn modelId="{DB7AAE74-D087-43E9-95D5-6226E022218A}" type="presParOf" srcId="{7960111E-4131-4E17-9EB0-E87F40627287}" destId="{3BBE1FEC-8A8E-43C7-B2F9-E9BD86BE3684}" srcOrd="1" destOrd="0" presId="urn:microsoft.com/office/officeart/2018/2/layout/IconVerticalSolidList"/>
    <dgm:cxn modelId="{3AC8EA8B-CD44-4AC9-884A-49DBBCC0240B}" type="presParOf" srcId="{7960111E-4131-4E17-9EB0-E87F40627287}" destId="{5FF1ED96-F356-4857-BABE-DBAA90F50935}" srcOrd="2" destOrd="0" presId="urn:microsoft.com/office/officeart/2018/2/layout/IconVerticalSolidList"/>
    <dgm:cxn modelId="{931E5924-95AF-407F-BE7A-631950F24DB8}" type="presParOf" srcId="{7960111E-4131-4E17-9EB0-E87F40627287}" destId="{8F797ED1-0550-4108-89C3-4D132512B6FB}" srcOrd="3" destOrd="0" presId="urn:microsoft.com/office/officeart/2018/2/layout/IconVerticalSolidList"/>
    <dgm:cxn modelId="{CD3E46BF-0BD2-4578-8458-4F307CFAF69B}" type="presParOf" srcId="{59633154-1F94-469D-B6A7-864845B54DC3}" destId="{0CE4299B-9444-4977-ACED-4F208EDF5A90}" srcOrd="3" destOrd="0" presId="urn:microsoft.com/office/officeart/2018/2/layout/IconVerticalSolidList"/>
    <dgm:cxn modelId="{B9CA6C06-0A82-4236-A9C4-6E45FE6BBBE5}" type="presParOf" srcId="{59633154-1F94-469D-B6A7-864845B54DC3}" destId="{1A43B74D-D74C-49E8-B1C9-97A18D29CB1E}" srcOrd="4" destOrd="0" presId="urn:microsoft.com/office/officeart/2018/2/layout/IconVerticalSolidList"/>
    <dgm:cxn modelId="{0877C5DC-D65A-4AF2-B4AE-B8CCB109E32F}" type="presParOf" srcId="{1A43B74D-D74C-49E8-B1C9-97A18D29CB1E}" destId="{9B37AEFB-2954-46A8-87BA-1735A5F5F61F}" srcOrd="0" destOrd="0" presId="urn:microsoft.com/office/officeart/2018/2/layout/IconVerticalSolidList"/>
    <dgm:cxn modelId="{E638B86A-4556-4BB2-9E9A-9C94D7245486}" type="presParOf" srcId="{1A43B74D-D74C-49E8-B1C9-97A18D29CB1E}" destId="{271383F4-1EFD-418E-B709-8B1F08CC8DFD}" srcOrd="1" destOrd="0" presId="urn:microsoft.com/office/officeart/2018/2/layout/IconVerticalSolidList"/>
    <dgm:cxn modelId="{EBB0AD47-2FF0-4244-B8E9-70D0A8C7A50C}" type="presParOf" srcId="{1A43B74D-D74C-49E8-B1C9-97A18D29CB1E}" destId="{166F702F-76D7-4282-BA4E-45B07BF4D7B5}" srcOrd="2" destOrd="0" presId="urn:microsoft.com/office/officeart/2018/2/layout/IconVerticalSolidList"/>
    <dgm:cxn modelId="{FC8729CD-3611-4883-A0EF-4B5DB856362F}" type="presParOf" srcId="{1A43B74D-D74C-49E8-B1C9-97A18D29CB1E}" destId="{13D28B9D-468F-4F3A-A667-ACB199FC11E8}" srcOrd="3" destOrd="0" presId="urn:microsoft.com/office/officeart/2018/2/layout/IconVerticalSolidList"/>
    <dgm:cxn modelId="{A2C71A9D-E35C-4869-864E-5CD2D9DA5161}" type="presParOf" srcId="{59633154-1F94-469D-B6A7-864845B54DC3}" destId="{32F8F4D1-C508-44DB-9101-3BD41EF54CA7}" srcOrd="5" destOrd="0" presId="urn:microsoft.com/office/officeart/2018/2/layout/IconVerticalSolidList"/>
    <dgm:cxn modelId="{08287F27-27A8-492E-BA3B-DD956F2B07B5}" type="presParOf" srcId="{59633154-1F94-469D-B6A7-864845B54DC3}" destId="{2CC06A02-6895-471F-846A-961FD44272AE}" srcOrd="6" destOrd="0" presId="urn:microsoft.com/office/officeart/2018/2/layout/IconVerticalSolidList"/>
    <dgm:cxn modelId="{C501F3D1-AD7F-4958-A84F-13862A6D32C1}" type="presParOf" srcId="{2CC06A02-6895-471F-846A-961FD44272AE}" destId="{EBE5F00D-57CE-4DAE-A7FD-E828CB468356}" srcOrd="0" destOrd="0" presId="urn:microsoft.com/office/officeart/2018/2/layout/IconVerticalSolidList"/>
    <dgm:cxn modelId="{11CFBC16-F8C4-4238-977A-D7C144529993}" type="presParOf" srcId="{2CC06A02-6895-471F-846A-961FD44272AE}" destId="{1D66BE1C-205E-4A9B-B184-E9470B14176E}" srcOrd="1" destOrd="0" presId="urn:microsoft.com/office/officeart/2018/2/layout/IconVerticalSolidList"/>
    <dgm:cxn modelId="{CC80CF84-A263-48AE-9AEB-AAF19463124E}" type="presParOf" srcId="{2CC06A02-6895-471F-846A-961FD44272AE}" destId="{B8F8FDB6-FBA5-4201-B484-A38F4B033264}" srcOrd="2" destOrd="0" presId="urn:microsoft.com/office/officeart/2018/2/layout/IconVerticalSolidList"/>
    <dgm:cxn modelId="{C16F7D38-42C2-42E0-A697-472F665FF131}" type="presParOf" srcId="{2CC06A02-6895-471F-846A-961FD44272AE}" destId="{C465FCC0-9D3D-4F1A-A188-AFE826244C63}" srcOrd="3" destOrd="0" presId="urn:microsoft.com/office/officeart/2018/2/layout/IconVerticalSolidList"/>
    <dgm:cxn modelId="{C74DD6B1-0810-4224-8D02-9B9E36E51538}" type="presParOf" srcId="{59633154-1F94-469D-B6A7-864845B54DC3}" destId="{29C42724-5D02-4346-AA4E-9208575D2C9A}" srcOrd="7" destOrd="0" presId="urn:microsoft.com/office/officeart/2018/2/layout/IconVerticalSolidList"/>
    <dgm:cxn modelId="{445B8C21-3AD9-477B-A938-E83EE184D31E}" type="presParOf" srcId="{59633154-1F94-469D-B6A7-864845B54DC3}" destId="{5BD53B18-6462-4161-901F-49486F42DC26}" srcOrd="8" destOrd="0" presId="urn:microsoft.com/office/officeart/2018/2/layout/IconVerticalSolidList"/>
    <dgm:cxn modelId="{98C84025-D4E1-44C9-9380-65CCFCB23E7A}" type="presParOf" srcId="{5BD53B18-6462-4161-901F-49486F42DC26}" destId="{E8A29F27-1F8A-477B-AAA7-9029B0EF22BE}" srcOrd="0" destOrd="0" presId="urn:microsoft.com/office/officeart/2018/2/layout/IconVerticalSolidList"/>
    <dgm:cxn modelId="{CCF6BC62-C9C6-42FA-B010-F2ED91E28F2F}" type="presParOf" srcId="{5BD53B18-6462-4161-901F-49486F42DC26}" destId="{DD880BF6-2361-4C5B-B229-AEEF16E02EB9}" srcOrd="1" destOrd="0" presId="urn:microsoft.com/office/officeart/2018/2/layout/IconVerticalSolidList"/>
    <dgm:cxn modelId="{AB982178-95A8-4E21-B2E4-B9A31AE9D126}" type="presParOf" srcId="{5BD53B18-6462-4161-901F-49486F42DC26}" destId="{8C358E58-5F59-4E9D-B055-6D697EA9E585}" srcOrd="2" destOrd="0" presId="urn:microsoft.com/office/officeart/2018/2/layout/IconVerticalSolidList"/>
    <dgm:cxn modelId="{08680342-35C0-4C91-9A89-73E241EB15D7}" type="presParOf" srcId="{5BD53B18-6462-4161-901F-49486F42DC26}" destId="{BEFBC558-4BC1-4D1F-B3B4-89C1D38F3EBD}" srcOrd="3" destOrd="0" presId="urn:microsoft.com/office/officeart/2018/2/layout/IconVerticalSolidList"/>
    <dgm:cxn modelId="{2AA12BC9-26FC-4031-B2F2-38A806228F58}" type="presParOf" srcId="{59633154-1F94-469D-B6A7-864845B54DC3}" destId="{B3ACB9A7-3DB6-4E12-B621-027D8989EAA0}" srcOrd="9" destOrd="0" presId="urn:microsoft.com/office/officeart/2018/2/layout/IconVerticalSolidList"/>
    <dgm:cxn modelId="{0C61611C-89F7-4524-80EC-BDC1BD526216}" type="presParOf" srcId="{59633154-1F94-469D-B6A7-864845B54DC3}" destId="{C1469D63-0528-45C7-876D-61E0D04D6755}" srcOrd="10" destOrd="0" presId="urn:microsoft.com/office/officeart/2018/2/layout/IconVerticalSolidList"/>
    <dgm:cxn modelId="{9063FA02-AD17-4280-B370-AA836BC7E85F}" type="presParOf" srcId="{C1469D63-0528-45C7-876D-61E0D04D6755}" destId="{44786D92-F1B2-4E01-86FE-5A4E857C319A}" srcOrd="0" destOrd="0" presId="urn:microsoft.com/office/officeart/2018/2/layout/IconVerticalSolidList"/>
    <dgm:cxn modelId="{C8DDC6EC-B353-4597-B5C2-08D8C427EE3A}" type="presParOf" srcId="{C1469D63-0528-45C7-876D-61E0D04D6755}" destId="{84E8DF1F-6978-4738-B0DC-E69B965A653D}" srcOrd="1" destOrd="0" presId="urn:microsoft.com/office/officeart/2018/2/layout/IconVerticalSolidList"/>
    <dgm:cxn modelId="{E01A29CB-BDAE-4036-8D35-30362D0E4B16}" type="presParOf" srcId="{C1469D63-0528-45C7-876D-61E0D04D6755}" destId="{EBAFB3A1-920F-419F-8C69-F519027077FC}" srcOrd="2" destOrd="0" presId="urn:microsoft.com/office/officeart/2018/2/layout/IconVerticalSolidList"/>
    <dgm:cxn modelId="{AF88064A-79FE-41C5-AAC8-5175D49CBF3F}" type="presParOf" srcId="{C1469D63-0528-45C7-876D-61E0D04D6755}" destId="{BC98ADC6-AE93-4556-9109-77B82BFF49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C1E718-0B2D-4545-855D-B9D905F387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3F1706-3AE0-41F3-818A-4A6C3E243002}">
      <dgm:prSet/>
      <dgm:spPr/>
      <dgm:t>
        <a:bodyPr/>
        <a:lstStyle/>
        <a:p>
          <a:r>
            <a:rPr lang="en-US" dirty="0"/>
            <a:t>Supabase </a:t>
          </a:r>
        </a:p>
      </dgm:t>
    </dgm:pt>
    <dgm:pt modelId="{02CB94D9-353D-4CF6-9EFB-A4C3272C4EB6}" type="parTrans" cxnId="{4754DFAB-C35D-4D78-AC60-954DAEDFD316}">
      <dgm:prSet/>
      <dgm:spPr/>
      <dgm:t>
        <a:bodyPr/>
        <a:lstStyle/>
        <a:p>
          <a:endParaRPr lang="en-US"/>
        </a:p>
      </dgm:t>
    </dgm:pt>
    <dgm:pt modelId="{8E0F3497-E54A-4FF3-BA18-E89B011082D1}" type="sibTrans" cxnId="{4754DFAB-C35D-4D78-AC60-954DAEDFD316}">
      <dgm:prSet/>
      <dgm:spPr/>
      <dgm:t>
        <a:bodyPr/>
        <a:lstStyle/>
        <a:p>
          <a:endParaRPr lang="en-US"/>
        </a:p>
      </dgm:t>
    </dgm:pt>
    <dgm:pt modelId="{A39C2F2E-A22C-48B3-9DB8-7C25014F7C19}">
      <dgm:prSet/>
      <dgm:spPr/>
      <dgm:t>
        <a:bodyPr/>
        <a:lstStyle/>
        <a:p>
          <a:r>
            <a:rPr lang="en-US" dirty="0"/>
            <a:t>GitHub for version control</a:t>
          </a:r>
        </a:p>
      </dgm:t>
    </dgm:pt>
    <dgm:pt modelId="{0BE542D4-837E-4D91-8EA3-3CEABA408587}" type="parTrans" cxnId="{EB5BFFA2-759E-4A4B-911E-CA895BCCF0DE}">
      <dgm:prSet/>
      <dgm:spPr/>
      <dgm:t>
        <a:bodyPr/>
        <a:lstStyle/>
        <a:p>
          <a:endParaRPr lang="en-US"/>
        </a:p>
      </dgm:t>
    </dgm:pt>
    <dgm:pt modelId="{C76CB422-7201-40F8-B5E7-9DFA0B315E20}" type="sibTrans" cxnId="{EB5BFFA2-759E-4A4B-911E-CA895BCCF0DE}">
      <dgm:prSet/>
      <dgm:spPr/>
      <dgm:t>
        <a:bodyPr/>
        <a:lstStyle/>
        <a:p>
          <a:endParaRPr lang="en-US"/>
        </a:p>
      </dgm:t>
    </dgm:pt>
    <dgm:pt modelId="{CF550AEE-9F74-45BC-8202-E9DD9B8036B3}" type="pres">
      <dgm:prSet presAssocID="{7DC1E718-0B2D-4545-855D-B9D905F3871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FCE82BB-44E0-44D6-A56B-1DDEFFC2A579}" type="pres">
      <dgm:prSet presAssocID="{2D3F1706-3AE0-41F3-818A-4A6C3E243002}" presName="compNode" presStyleCnt="0"/>
      <dgm:spPr/>
    </dgm:pt>
    <dgm:pt modelId="{94E2D837-B78F-4954-922A-BE43EE3C90E4}" type="pres">
      <dgm:prSet presAssocID="{2D3F1706-3AE0-41F3-818A-4A6C3E243002}" presName="bgRect" presStyleLbl="bgShp" presStyleIdx="0" presStyleCnt="2"/>
      <dgm:spPr/>
    </dgm:pt>
    <dgm:pt modelId="{15832709-8D7B-419E-AC83-FD8B35FF495D}" type="pres">
      <dgm:prSet presAssocID="{2D3F1706-3AE0-41F3-818A-4A6C3E24300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24F60470-2B86-47D3-8EDC-19AA9B10A1A6}" type="pres">
      <dgm:prSet presAssocID="{2D3F1706-3AE0-41F3-818A-4A6C3E243002}" presName="spaceRect" presStyleCnt="0"/>
      <dgm:spPr/>
    </dgm:pt>
    <dgm:pt modelId="{20CB36B9-0E7F-43F9-9037-B86F8B3AB14B}" type="pres">
      <dgm:prSet presAssocID="{2D3F1706-3AE0-41F3-818A-4A6C3E243002}" presName="par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8E75C03-3BD4-4A1D-8300-2BC3C0A0CC9B}" type="pres">
      <dgm:prSet presAssocID="{8E0F3497-E54A-4FF3-BA18-E89B011082D1}" presName="sibTrans" presStyleCnt="0"/>
      <dgm:spPr/>
    </dgm:pt>
    <dgm:pt modelId="{A87D98DB-E5F2-48D9-A805-76058D8858C6}" type="pres">
      <dgm:prSet presAssocID="{A39C2F2E-A22C-48B3-9DB8-7C25014F7C19}" presName="compNode" presStyleCnt="0"/>
      <dgm:spPr/>
    </dgm:pt>
    <dgm:pt modelId="{F6F92987-7F04-471C-843D-03DCEE4DC52D}" type="pres">
      <dgm:prSet presAssocID="{A39C2F2E-A22C-48B3-9DB8-7C25014F7C19}" presName="bgRect" presStyleLbl="bgShp" presStyleIdx="1" presStyleCnt="2"/>
      <dgm:spPr/>
    </dgm:pt>
    <dgm:pt modelId="{53B9D562-309A-4BC1-995F-EADF6D47E9F9}" type="pres">
      <dgm:prSet presAssocID="{A39C2F2E-A22C-48B3-9DB8-7C25014F7C1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7E8A990-7D3D-4DCE-BA48-AC3765E3CF2D}" type="pres">
      <dgm:prSet presAssocID="{A39C2F2E-A22C-48B3-9DB8-7C25014F7C19}" presName="spaceRect" presStyleCnt="0"/>
      <dgm:spPr/>
    </dgm:pt>
    <dgm:pt modelId="{71C98644-8847-464B-9A03-B08EEE5F4B8B}" type="pres">
      <dgm:prSet presAssocID="{A39C2F2E-A22C-48B3-9DB8-7C25014F7C19}" presName="parTx" presStyleLbl="revTx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17651C01-9500-4368-9023-DB42815F6547}" type="presOf" srcId="{2D3F1706-3AE0-41F3-818A-4A6C3E243002}" destId="{20CB36B9-0E7F-43F9-9037-B86F8B3AB14B}" srcOrd="0" destOrd="0" presId="urn:microsoft.com/office/officeart/2018/2/layout/IconVerticalSolidList"/>
    <dgm:cxn modelId="{EB5BFFA2-759E-4A4B-911E-CA895BCCF0DE}" srcId="{7DC1E718-0B2D-4545-855D-B9D905F38715}" destId="{A39C2F2E-A22C-48B3-9DB8-7C25014F7C19}" srcOrd="1" destOrd="0" parTransId="{0BE542D4-837E-4D91-8EA3-3CEABA408587}" sibTransId="{C76CB422-7201-40F8-B5E7-9DFA0B315E20}"/>
    <dgm:cxn modelId="{3F85654A-FE38-4BFB-8AEA-DE718C1AB447}" type="presOf" srcId="{7DC1E718-0B2D-4545-855D-B9D905F38715}" destId="{CF550AEE-9F74-45BC-8202-E9DD9B8036B3}" srcOrd="0" destOrd="0" presId="urn:microsoft.com/office/officeart/2018/2/layout/IconVerticalSolidList"/>
    <dgm:cxn modelId="{4754DFAB-C35D-4D78-AC60-954DAEDFD316}" srcId="{7DC1E718-0B2D-4545-855D-B9D905F38715}" destId="{2D3F1706-3AE0-41F3-818A-4A6C3E243002}" srcOrd="0" destOrd="0" parTransId="{02CB94D9-353D-4CF6-9EFB-A4C3272C4EB6}" sibTransId="{8E0F3497-E54A-4FF3-BA18-E89B011082D1}"/>
    <dgm:cxn modelId="{4B525147-E77C-4947-9465-74F81F4BC68B}" type="presOf" srcId="{A39C2F2E-A22C-48B3-9DB8-7C25014F7C19}" destId="{71C98644-8847-464B-9A03-B08EEE5F4B8B}" srcOrd="0" destOrd="0" presId="urn:microsoft.com/office/officeart/2018/2/layout/IconVerticalSolidList"/>
    <dgm:cxn modelId="{8FB02310-9C8B-4111-AB54-7B5D53BA0AE5}" type="presParOf" srcId="{CF550AEE-9F74-45BC-8202-E9DD9B8036B3}" destId="{BFCE82BB-44E0-44D6-A56B-1DDEFFC2A579}" srcOrd="0" destOrd="0" presId="urn:microsoft.com/office/officeart/2018/2/layout/IconVerticalSolidList"/>
    <dgm:cxn modelId="{949E4661-6702-4490-AE08-B193C682AE76}" type="presParOf" srcId="{BFCE82BB-44E0-44D6-A56B-1DDEFFC2A579}" destId="{94E2D837-B78F-4954-922A-BE43EE3C90E4}" srcOrd="0" destOrd="0" presId="urn:microsoft.com/office/officeart/2018/2/layout/IconVerticalSolidList"/>
    <dgm:cxn modelId="{6A380195-E2C2-461D-875A-2C4591BFD027}" type="presParOf" srcId="{BFCE82BB-44E0-44D6-A56B-1DDEFFC2A579}" destId="{15832709-8D7B-419E-AC83-FD8B35FF495D}" srcOrd="1" destOrd="0" presId="urn:microsoft.com/office/officeart/2018/2/layout/IconVerticalSolidList"/>
    <dgm:cxn modelId="{D7FCE6F3-FC41-4F22-8E7F-01A1BEC0AA05}" type="presParOf" srcId="{BFCE82BB-44E0-44D6-A56B-1DDEFFC2A579}" destId="{24F60470-2B86-47D3-8EDC-19AA9B10A1A6}" srcOrd="2" destOrd="0" presId="urn:microsoft.com/office/officeart/2018/2/layout/IconVerticalSolidList"/>
    <dgm:cxn modelId="{1B3B2C6C-A116-4209-A5E5-FD1CF261DC1B}" type="presParOf" srcId="{BFCE82BB-44E0-44D6-A56B-1DDEFFC2A579}" destId="{20CB36B9-0E7F-43F9-9037-B86F8B3AB14B}" srcOrd="3" destOrd="0" presId="urn:microsoft.com/office/officeart/2018/2/layout/IconVerticalSolidList"/>
    <dgm:cxn modelId="{C6A685DA-8B98-470F-8283-D69130822C1B}" type="presParOf" srcId="{CF550AEE-9F74-45BC-8202-E9DD9B8036B3}" destId="{88E75C03-3BD4-4A1D-8300-2BC3C0A0CC9B}" srcOrd="1" destOrd="0" presId="urn:microsoft.com/office/officeart/2018/2/layout/IconVerticalSolidList"/>
    <dgm:cxn modelId="{13E31B98-8161-4C60-A289-F22D86A9049F}" type="presParOf" srcId="{CF550AEE-9F74-45BC-8202-E9DD9B8036B3}" destId="{A87D98DB-E5F2-48D9-A805-76058D8858C6}" srcOrd="2" destOrd="0" presId="urn:microsoft.com/office/officeart/2018/2/layout/IconVerticalSolidList"/>
    <dgm:cxn modelId="{73A94013-D8CA-4C2A-AA4B-B09281B363E0}" type="presParOf" srcId="{A87D98DB-E5F2-48D9-A805-76058D8858C6}" destId="{F6F92987-7F04-471C-843D-03DCEE4DC52D}" srcOrd="0" destOrd="0" presId="urn:microsoft.com/office/officeart/2018/2/layout/IconVerticalSolidList"/>
    <dgm:cxn modelId="{8A6072E6-B627-4F5C-A4E5-07EE1A05B606}" type="presParOf" srcId="{A87D98DB-E5F2-48D9-A805-76058D8858C6}" destId="{53B9D562-309A-4BC1-995F-EADF6D47E9F9}" srcOrd="1" destOrd="0" presId="urn:microsoft.com/office/officeart/2018/2/layout/IconVerticalSolidList"/>
    <dgm:cxn modelId="{2704EB07-B7B9-445A-835E-893930204F2C}" type="presParOf" srcId="{A87D98DB-E5F2-48D9-A805-76058D8858C6}" destId="{97E8A990-7D3D-4DCE-BA48-AC3765E3CF2D}" srcOrd="2" destOrd="0" presId="urn:microsoft.com/office/officeart/2018/2/layout/IconVerticalSolidList"/>
    <dgm:cxn modelId="{39385FBD-2E59-4718-A3A6-5E5F1E882024}" type="presParOf" srcId="{A87D98DB-E5F2-48D9-A805-76058D8858C6}" destId="{71C98644-8847-464B-9A03-B08EEE5F4B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3DBB2-967F-4816-8A30-E0CECCB4F9F4}">
      <dsp:nvSpPr>
        <dsp:cNvPr id="0" name=""/>
        <dsp:cNvSpPr/>
      </dsp:nvSpPr>
      <dsp:spPr>
        <a:xfrm>
          <a:off x="0" y="0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Design and implementation of a relational database</a:t>
          </a:r>
        </a:p>
      </dsp:txBody>
      <dsp:txXfrm>
        <a:off x="35968" y="35968"/>
        <a:ext cx="4806404" cy="1156108"/>
      </dsp:txXfrm>
    </dsp:sp>
    <dsp:sp modelId="{AA744A1F-4992-432B-BFCE-B9D3A84AF257}">
      <dsp:nvSpPr>
        <dsp:cNvPr id="0" name=""/>
        <dsp:cNvSpPr/>
      </dsp:nvSpPr>
      <dsp:spPr>
        <a:xfrm>
          <a:off x="541019" y="1432718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Manages books, authors, members, staff, borrowing, and returns</a:t>
          </a:r>
        </a:p>
      </dsp:txBody>
      <dsp:txXfrm>
        <a:off x="576987" y="1468686"/>
        <a:ext cx="4720375" cy="1156108"/>
      </dsp:txXfrm>
    </dsp:sp>
    <dsp:sp modelId="{B3727348-779C-4F7C-93D6-AB7C61C1314D}">
      <dsp:nvSpPr>
        <dsp:cNvPr id="0" name=""/>
        <dsp:cNvSpPr/>
      </dsp:nvSpPr>
      <dsp:spPr>
        <a:xfrm>
          <a:off x="1082039" y="2865437"/>
          <a:ext cx="6131560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Uses SQL</a:t>
          </a:r>
        </a:p>
      </dsp:txBody>
      <dsp:txXfrm>
        <a:off x="1118007" y="2901405"/>
        <a:ext cx="4720375" cy="1156108"/>
      </dsp:txXfrm>
    </dsp:sp>
    <dsp:sp modelId="{F37C50D3-B6D0-4748-B83A-E0D849A67278}">
      <dsp:nvSpPr>
        <dsp:cNvPr id="0" name=""/>
        <dsp:cNvSpPr/>
      </dsp:nvSpPr>
      <dsp:spPr>
        <a:xfrm>
          <a:off x="5333331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5512932" y="931267"/>
        <a:ext cx="439026" cy="600667"/>
      </dsp:txXfrm>
    </dsp:sp>
    <dsp:sp modelId="{AE2ABE78-21B4-4B7B-B793-5DFD71F0DC07}">
      <dsp:nvSpPr>
        <dsp:cNvPr id="0" name=""/>
        <dsp:cNvSpPr/>
      </dsp:nvSpPr>
      <dsp:spPr>
        <a:xfrm>
          <a:off x="5874351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053952" y="2355798"/>
        <a:ext cx="439026" cy="600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AD163-4D2A-4B0D-9CE7-6DA71505836C}">
      <dsp:nvSpPr>
        <dsp:cNvPr id="0" name=""/>
        <dsp:cNvSpPr/>
      </dsp:nvSpPr>
      <dsp:spPr>
        <a:xfrm>
          <a:off x="443299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D6AFE6-752E-4D4B-A764-E465E9A64E19}">
      <dsp:nvSpPr>
        <dsp:cNvPr id="0" name=""/>
        <dsp:cNvSpPr/>
      </dsp:nvSpPr>
      <dsp:spPr>
        <a:xfrm>
          <a:off x="721174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BF661A-14E4-4F06-A1D7-5DB029793C83}">
      <dsp:nvSpPr>
        <dsp:cNvPr id="0" name=""/>
        <dsp:cNvSpPr/>
      </dsp:nvSpPr>
      <dsp:spPr>
        <a:xfrm>
          <a:off x="26487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kern="1200"/>
            <a:t>Store library data efficiently</a:t>
          </a:r>
        </a:p>
      </dsp:txBody>
      <dsp:txXfrm>
        <a:off x="26487" y="2541741"/>
        <a:ext cx="2137500" cy="720000"/>
      </dsp:txXfrm>
    </dsp:sp>
    <dsp:sp modelId="{9D0F50C6-6393-4FD9-BDA8-9DB304E1EF55}">
      <dsp:nvSpPr>
        <dsp:cNvPr id="0" name=""/>
        <dsp:cNvSpPr/>
      </dsp:nvSpPr>
      <dsp:spPr>
        <a:xfrm>
          <a:off x="2954862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F37EA-A277-40A3-A360-FE1ED7DAABB8}">
      <dsp:nvSpPr>
        <dsp:cNvPr id="0" name=""/>
        <dsp:cNvSpPr/>
      </dsp:nvSpPr>
      <dsp:spPr>
        <a:xfrm>
          <a:off x="3232737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B054DE-2B8E-4B02-B74A-CE0C0DCBE328}">
      <dsp:nvSpPr>
        <dsp:cNvPr id="0" name=""/>
        <dsp:cNvSpPr/>
      </dsp:nvSpPr>
      <dsp:spPr>
        <a:xfrm>
          <a:off x="2538049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kern="1200"/>
            <a:t>Maintain relationships using foreign keys</a:t>
          </a:r>
        </a:p>
      </dsp:txBody>
      <dsp:txXfrm>
        <a:off x="2538049" y="2541741"/>
        <a:ext cx="2137500" cy="720000"/>
      </dsp:txXfrm>
    </dsp:sp>
    <dsp:sp modelId="{FFF69B18-C58E-49C6-AF13-48B692AF778C}">
      <dsp:nvSpPr>
        <dsp:cNvPr id="0" name=""/>
        <dsp:cNvSpPr/>
      </dsp:nvSpPr>
      <dsp:spPr>
        <a:xfrm>
          <a:off x="5466424" y="831741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19D796-F9D3-4148-9EAA-4806DECE15A0}">
      <dsp:nvSpPr>
        <dsp:cNvPr id="0" name=""/>
        <dsp:cNvSpPr/>
      </dsp:nvSpPr>
      <dsp:spPr>
        <a:xfrm>
          <a:off x="5744299" y="11096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501FF-F1DC-470A-8739-59603AA62977}">
      <dsp:nvSpPr>
        <dsp:cNvPr id="0" name=""/>
        <dsp:cNvSpPr/>
      </dsp:nvSpPr>
      <dsp:spPr>
        <a:xfrm>
          <a:off x="5049612" y="25417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600" kern="1200"/>
            <a:t>Support management queries and reports</a:t>
          </a:r>
        </a:p>
      </dsp:txBody>
      <dsp:txXfrm>
        <a:off x="5049612" y="2541741"/>
        <a:ext cx="213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9DDEF2-DA73-4069-8188-146D02DC6D89}">
      <dsp:nvSpPr>
        <dsp:cNvPr id="0" name=""/>
        <dsp:cNvSpPr/>
      </dsp:nvSpPr>
      <dsp:spPr>
        <a:xfrm>
          <a:off x="0" y="1610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5F1BD-EDF5-469A-BC3C-0C7E4191B7A3}">
      <dsp:nvSpPr>
        <dsp:cNvPr id="0" name=""/>
        <dsp:cNvSpPr/>
      </dsp:nvSpPr>
      <dsp:spPr>
        <a:xfrm>
          <a:off x="207634" y="156049"/>
          <a:ext cx="377516" cy="3775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86470-9D91-431D-ACB8-D0A3DB7C4DF5}">
      <dsp:nvSpPr>
        <dsp:cNvPr id="0" name=""/>
        <dsp:cNvSpPr/>
      </dsp:nvSpPr>
      <dsp:spPr>
        <a:xfrm>
          <a:off x="792785" y="1610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Author</a:t>
          </a:r>
        </a:p>
      </dsp:txBody>
      <dsp:txXfrm>
        <a:off x="792785" y="1610"/>
        <a:ext cx="4178817" cy="686394"/>
      </dsp:txXfrm>
    </dsp:sp>
    <dsp:sp modelId="{CE007D8D-0580-4DAD-A913-BBBC04F66435}">
      <dsp:nvSpPr>
        <dsp:cNvPr id="0" name=""/>
        <dsp:cNvSpPr/>
      </dsp:nvSpPr>
      <dsp:spPr>
        <a:xfrm>
          <a:off x="0" y="859603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E1FEC-8A8E-43C7-B2F9-E9BD86BE3684}">
      <dsp:nvSpPr>
        <dsp:cNvPr id="0" name=""/>
        <dsp:cNvSpPr/>
      </dsp:nvSpPr>
      <dsp:spPr>
        <a:xfrm>
          <a:off x="207634" y="1014042"/>
          <a:ext cx="377516" cy="3775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97ED1-0550-4108-89C3-4D132512B6FB}">
      <dsp:nvSpPr>
        <dsp:cNvPr id="0" name=""/>
        <dsp:cNvSpPr/>
      </dsp:nvSpPr>
      <dsp:spPr>
        <a:xfrm>
          <a:off x="792785" y="859603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Book</a:t>
          </a:r>
        </a:p>
      </dsp:txBody>
      <dsp:txXfrm>
        <a:off x="792785" y="859603"/>
        <a:ext cx="4178817" cy="686394"/>
      </dsp:txXfrm>
    </dsp:sp>
    <dsp:sp modelId="{9B37AEFB-2954-46A8-87BA-1735A5F5F61F}">
      <dsp:nvSpPr>
        <dsp:cNvPr id="0" name=""/>
        <dsp:cNvSpPr/>
      </dsp:nvSpPr>
      <dsp:spPr>
        <a:xfrm>
          <a:off x="0" y="1717596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383F4-1EFD-418E-B709-8B1F08CC8DFD}">
      <dsp:nvSpPr>
        <dsp:cNvPr id="0" name=""/>
        <dsp:cNvSpPr/>
      </dsp:nvSpPr>
      <dsp:spPr>
        <a:xfrm>
          <a:off x="207634" y="1872035"/>
          <a:ext cx="377516" cy="3775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28B9D-468F-4F3A-A667-ACB199FC11E8}">
      <dsp:nvSpPr>
        <dsp:cNvPr id="0" name=""/>
        <dsp:cNvSpPr/>
      </dsp:nvSpPr>
      <dsp:spPr>
        <a:xfrm>
          <a:off x="792785" y="1717596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Member</a:t>
          </a:r>
        </a:p>
      </dsp:txBody>
      <dsp:txXfrm>
        <a:off x="792785" y="1717596"/>
        <a:ext cx="4178817" cy="686394"/>
      </dsp:txXfrm>
    </dsp:sp>
    <dsp:sp modelId="{EBE5F00D-57CE-4DAE-A7FD-E828CB468356}">
      <dsp:nvSpPr>
        <dsp:cNvPr id="0" name=""/>
        <dsp:cNvSpPr/>
      </dsp:nvSpPr>
      <dsp:spPr>
        <a:xfrm>
          <a:off x="0" y="2575589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6BE1C-205E-4A9B-B184-E9470B14176E}">
      <dsp:nvSpPr>
        <dsp:cNvPr id="0" name=""/>
        <dsp:cNvSpPr/>
      </dsp:nvSpPr>
      <dsp:spPr>
        <a:xfrm>
          <a:off x="207634" y="2730028"/>
          <a:ext cx="377516" cy="3775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5FCC0-9D3D-4F1A-A188-AFE826244C63}">
      <dsp:nvSpPr>
        <dsp:cNvPr id="0" name=""/>
        <dsp:cNvSpPr/>
      </dsp:nvSpPr>
      <dsp:spPr>
        <a:xfrm>
          <a:off x="792785" y="2575589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Staff</a:t>
          </a:r>
        </a:p>
      </dsp:txBody>
      <dsp:txXfrm>
        <a:off x="792785" y="2575589"/>
        <a:ext cx="4178817" cy="686394"/>
      </dsp:txXfrm>
    </dsp:sp>
    <dsp:sp modelId="{E8A29F27-1F8A-477B-AAA7-9029B0EF22BE}">
      <dsp:nvSpPr>
        <dsp:cNvPr id="0" name=""/>
        <dsp:cNvSpPr/>
      </dsp:nvSpPr>
      <dsp:spPr>
        <a:xfrm>
          <a:off x="0" y="3433582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80BF6-2361-4C5B-B229-AEEF16E02EB9}">
      <dsp:nvSpPr>
        <dsp:cNvPr id="0" name=""/>
        <dsp:cNvSpPr/>
      </dsp:nvSpPr>
      <dsp:spPr>
        <a:xfrm>
          <a:off x="207634" y="3588021"/>
          <a:ext cx="377516" cy="3775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BC558-4BC1-4D1F-B3B4-89C1D38F3EBD}">
      <dsp:nvSpPr>
        <dsp:cNvPr id="0" name=""/>
        <dsp:cNvSpPr/>
      </dsp:nvSpPr>
      <dsp:spPr>
        <a:xfrm>
          <a:off x="792785" y="3433582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Borrow</a:t>
          </a:r>
        </a:p>
      </dsp:txBody>
      <dsp:txXfrm>
        <a:off x="792785" y="3433582"/>
        <a:ext cx="4178817" cy="686394"/>
      </dsp:txXfrm>
    </dsp:sp>
    <dsp:sp modelId="{44786D92-F1B2-4E01-86FE-5A4E857C319A}">
      <dsp:nvSpPr>
        <dsp:cNvPr id="0" name=""/>
        <dsp:cNvSpPr/>
      </dsp:nvSpPr>
      <dsp:spPr>
        <a:xfrm>
          <a:off x="0" y="4291575"/>
          <a:ext cx="4971603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E8DF1F-6978-4738-B0DC-E69B965A653D}">
      <dsp:nvSpPr>
        <dsp:cNvPr id="0" name=""/>
        <dsp:cNvSpPr/>
      </dsp:nvSpPr>
      <dsp:spPr>
        <a:xfrm>
          <a:off x="207634" y="4446014"/>
          <a:ext cx="377516" cy="37751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8ADC6-AE93-4556-9109-77B82BFF49D7}">
      <dsp:nvSpPr>
        <dsp:cNvPr id="0" name=""/>
        <dsp:cNvSpPr/>
      </dsp:nvSpPr>
      <dsp:spPr>
        <a:xfrm>
          <a:off x="792785" y="4291575"/>
          <a:ext cx="4178817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Return</a:t>
          </a:r>
        </a:p>
      </dsp:txBody>
      <dsp:txXfrm>
        <a:off x="792785" y="4291575"/>
        <a:ext cx="4178817" cy="6863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E2D837-B78F-4954-922A-BE43EE3C90E4}">
      <dsp:nvSpPr>
        <dsp:cNvPr id="0" name=""/>
        <dsp:cNvSpPr/>
      </dsp:nvSpPr>
      <dsp:spPr>
        <a:xfrm>
          <a:off x="0" y="809181"/>
          <a:ext cx="4971603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832709-8D7B-419E-AC83-FD8B35FF495D}">
      <dsp:nvSpPr>
        <dsp:cNvPr id="0" name=""/>
        <dsp:cNvSpPr/>
      </dsp:nvSpPr>
      <dsp:spPr>
        <a:xfrm>
          <a:off x="451896" y="1145303"/>
          <a:ext cx="821630" cy="8216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B36B9-0E7F-43F9-9037-B86F8B3AB14B}">
      <dsp:nvSpPr>
        <dsp:cNvPr id="0" name=""/>
        <dsp:cNvSpPr/>
      </dsp:nvSpPr>
      <dsp:spPr>
        <a:xfrm>
          <a:off x="1725424" y="809181"/>
          <a:ext cx="3246178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Supabase </a:t>
          </a:r>
        </a:p>
      </dsp:txBody>
      <dsp:txXfrm>
        <a:off x="1725424" y="809181"/>
        <a:ext cx="3246178" cy="1493874"/>
      </dsp:txXfrm>
    </dsp:sp>
    <dsp:sp modelId="{F6F92987-7F04-471C-843D-03DCEE4DC52D}">
      <dsp:nvSpPr>
        <dsp:cNvPr id="0" name=""/>
        <dsp:cNvSpPr/>
      </dsp:nvSpPr>
      <dsp:spPr>
        <a:xfrm>
          <a:off x="0" y="2676524"/>
          <a:ext cx="4971603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B9D562-309A-4BC1-995F-EADF6D47E9F9}">
      <dsp:nvSpPr>
        <dsp:cNvPr id="0" name=""/>
        <dsp:cNvSpPr/>
      </dsp:nvSpPr>
      <dsp:spPr>
        <a:xfrm>
          <a:off x="451896" y="3012646"/>
          <a:ext cx="821630" cy="8216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98644-8847-464B-9A03-B08EEE5F4B8B}">
      <dsp:nvSpPr>
        <dsp:cNvPr id="0" name=""/>
        <dsp:cNvSpPr/>
      </dsp:nvSpPr>
      <dsp:spPr>
        <a:xfrm>
          <a:off x="1725424" y="2676524"/>
          <a:ext cx="3246178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GitHub for version control</a:t>
          </a:r>
        </a:p>
      </dsp:txBody>
      <dsp:txXfrm>
        <a:off x="1725424" y="2676524"/>
        <a:ext cx="3246178" cy="1493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 xmlns="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968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6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22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8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3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0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5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1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3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6693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55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6063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23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16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5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6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ople working on ideas">
            <a:extLst>
              <a:ext uri="{FF2B5EF4-FFF2-40B4-BE49-F238E27FC236}">
                <a16:creationId xmlns:a16="http://schemas.microsoft.com/office/drawing/2014/main" id="{648CAE74-3971-6FD0-42E8-3C0B861DD20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</a:blip>
          <a:srcRect l="23350" r="26041" b="2"/>
          <a:stretch>
            <a:fillRect/>
          </a:stretch>
        </p:blipFill>
        <p:spPr>
          <a:xfrm>
            <a:off x="3842657" y="-1"/>
            <a:ext cx="5298961" cy="6858001"/>
          </a:xfrm>
          <a:custGeom>
            <a:avLst/>
            <a:gdLst/>
            <a:ahLst/>
            <a:cxnLst/>
            <a:rect l="l" t="t" r="r" b="b"/>
            <a:pathLst>
              <a:path w="7065281" h="6858001">
                <a:moveTo>
                  <a:pt x="379987" y="0"/>
                </a:moveTo>
                <a:lnTo>
                  <a:pt x="7065281" y="0"/>
                </a:lnTo>
                <a:lnTo>
                  <a:pt x="7065281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649" y="1678666"/>
            <a:ext cx="3842636" cy="236909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/>
              <a:t>Library Management System Database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001" y="4050831"/>
            <a:ext cx="3834913" cy="1096901"/>
          </a:xfrm>
        </p:spPr>
        <p:txBody>
          <a:bodyPr>
            <a:normAutofit/>
          </a:bodyPr>
          <a:lstStyle/>
          <a:p>
            <a:r>
              <a:rPr lang="en-US" sz="1400" dirty="0"/>
              <a:t>CMPE343 – Database Management Systems</a:t>
            </a:r>
          </a:p>
          <a:p>
            <a:r>
              <a:rPr lang="en-US" sz="1400" dirty="0"/>
              <a:t>Cyprus International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40043" y="5726426"/>
            <a:ext cx="30232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Team members: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Rana Adam-22311309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Craig Byakola-22213831</a:t>
            </a:r>
          </a:p>
          <a:p>
            <a:pPr algn="ctr"/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954DC7-D596-87B7-3106-C4192BFDF7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232370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Project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BD68F4-3771-9D08-4E8F-2A6FEA229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2933672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Entities (Tables)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1D57-4CF2-80AF-8B42-C89F002C6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380820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3495094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495095" y="-3"/>
            <a:ext cx="792559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68" y="147402"/>
            <a:ext cx="4843848" cy="391795"/>
          </a:xfrm>
        </p:spPr>
        <p:txBody>
          <a:bodyPr anchor="ctr"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ER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Diagram: 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9178" y="1199538"/>
            <a:ext cx="2980457" cy="344011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Author →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Book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    (1-to-many)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Staff →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Borrow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    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1-to-many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Member → Borrow </a:t>
            </a: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1-to-many)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Book →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Borrow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(1-to-many)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Borrow →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Return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   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</a:rPr>
              <a:t>(1-to-1) 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16772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19" y="819117"/>
            <a:ext cx="6134540" cy="54949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611" y="295455"/>
            <a:ext cx="4440196" cy="799070"/>
          </a:xfrm>
        </p:spPr>
        <p:txBody>
          <a:bodyPr/>
          <a:lstStyle/>
          <a:p>
            <a:r>
              <a:rPr lang="en-US" dirty="0"/>
              <a:t>DDL – Table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280" y="1094525"/>
            <a:ext cx="3237471" cy="3880773"/>
          </a:xfrm>
        </p:spPr>
        <p:txBody>
          <a:bodyPr/>
          <a:lstStyle/>
          <a:p>
            <a:r>
              <a:rPr lang="en-US" dirty="0"/>
              <a:t>Primary keys using SERIAL</a:t>
            </a:r>
          </a:p>
          <a:p>
            <a:r>
              <a:rPr lang="en-US" dirty="0"/>
              <a:t>Foreign keys for relationships</a:t>
            </a:r>
          </a:p>
          <a:p>
            <a:r>
              <a:rPr lang="en-US" dirty="0"/>
              <a:t>Constraints and default values applies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382532" y="933887"/>
            <a:ext cx="3244275" cy="336008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0502" y="2905210"/>
            <a:ext cx="3248660" cy="340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Result: 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930400"/>
            <a:ext cx="7092778" cy="359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99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DML – Insert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17219-6F92-9251-FB83-95CB5049B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235413"/>
            <a:ext cx="8531157" cy="21935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BA6303-1116-4DD6-734A-CDF9A4E9C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8999"/>
            <a:ext cx="8531157" cy="32733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DML – Update &amp; Delete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E1A653-B55B-8B49-667A-16A5957AFB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626" y="1167319"/>
            <a:ext cx="8044774" cy="197898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B67042-8071-16E2-565A-C31EDD689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26" y="3146306"/>
            <a:ext cx="8044774" cy="37116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Insert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INTO book (title, authorid, category)</a:t>
            </a:r>
          </a:p>
          <a:p>
            <a:r>
              <a:t>VALUES ('1984', 1, 'fiction');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Queries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15 queries created</a:t>
            </a:r>
          </a:p>
          <a:p>
            <a:r>
              <a:rPr dirty="0"/>
              <a:t>Joins, subqueries, functions</a:t>
            </a:r>
          </a:p>
          <a:p>
            <a:r>
              <a:rPr dirty="0"/>
              <a:t>Statistical and management-focused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31A82-A4E1-C069-1E77-538E10CB7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7981" y="609600"/>
            <a:ext cx="3207519" cy="13208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 1. List all books with their authors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2BFA18A4-4209-C2AD-49D3-CD0DB0920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9367" y="2160589"/>
            <a:ext cx="3213882" cy="376857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1B760C85-0A83-0F36-923A-2F50DA85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8" y="1668294"/>
            <a:ext cx="6532330" cy="484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32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4C88-0015-1D21-1B8C-16529EE43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800" dirty="0"/>
              <a:t>2. Count total numbers of books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D1CABD-319C-4508-1100-61AF8AF94B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9428" b="9093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8008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29F357-B5F0-5834-A5DE-18F76378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752" y="1265314"/>
            <a:ext cx="3224750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3. . Show members who borrowed books (JOIN)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380" y="1270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14820F2-C199-CA2A-A71E-E2B2FB3B72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609" y="369650"/>
            <a:ext cx="3133143" cy="602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84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F742AF1-F87B-DC20-C531-39045C0CE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459" r="28659" b="9093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BDABF-34EA-DC83-1280-9E687A92C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422" y="1678665"/>
            <a:ext cx="2915879" cy="237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800"/>
              <a:t>4.Find the most borrowed book</a:t>
            </a:r>
          </a:p>
        </p:txBody>
      </p:sp>
    </p:spTree>
    <p:extLst>
      <p:ext uri="{BB962C8B-B14F-4D97-AF65-F5344CB8AC3E}">
        <p14:creationId xmlns:p14="http://schemas.microsoft.com/office/powerpoint/2010/main" val="893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979B-71EF-5639-970A-DCF81165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/>
              <a:t>5. Show authors who have written more than one book (SUBQUERY + GROUP BY)</a:t>
            </a:r>
          </a:p>
        </p:txBody>
      </p:sp>
      <p:pic>
        <p:nvPicPr>
          <p:cNvPr id="9" name="Content Placeholder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601CB7B-8785-7F6F-6E59-921A46E091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357"/>
          <a:stretch>
            <a:fillRect/>
          </a:stretch>
        </p:blipFill>
        <p:spPr>
          <a:xfrm>
            <a:off x="508000" y="1930400"/>
            <a:ext cx="4067572" cy="463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F74F-FD72-6B64-CCCA-FBF89E029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6. Show overdue books (due date &lt; today)</a:t>
            </a:r>
          </a:p>
        </p:txBody>
      </p:sp>
      <p:pic>
        <p:nvPicPr>
          <p:cNvPr id="6" name="Content Placeholder 5" descr="A screenshot of a computer&#10;&#10;AI-generated content may be incorrect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1" y="1845276"/>
            <a:ext cx="6148172" cy="41967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6883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610" y="123566"/>
            <a:ext cx="7249298" cy="1079157"/>
          </a:xfrm>
        </p:spPr>
        <p:txBody>
          <a:bodyPr>
            <a:noAutofit/>
          </a:bodyPr>
          <a:lstStyle/>
          <a:p>
            <a:r>
              <a:rPr lang="en-US" sz="3200" dirty="0"/>
              <a:t>7. Display all Borrowed books with members and staff details.(JOIN)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V="1">
            <a:off x="609599" y="5361518"/>
            <a:ext cx="2438401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4534" y="1556952"/>
            <a:ext cx="5349704" cy="444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66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3805199"/>
            <a:ext cx="2790182" cy="1278466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8. Display Total number of books borrowed per member (count + group by).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V="1">
            <a:off x="609599" y="5361518"/>
            <a:ext cx="2790182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874" y="1591388"/>
            <a:ext cx="3825703" cy="42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42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05" y="2997890"/>
            <a:ext cx="2790182" cy="1278466"/>
          </a:xfrm>
        </p:spPr>
        <p:txBody>
          <a:bodyPr>
            <a:noAutofit/>
          </a:bodyPr>
          <a:lstStyle/>
          <a:p>
            <a:r>
              <a:rPr lang="en-US" sz="3200" dirty="0"/>
              <a:t>9. Display number of books written by each author (join + count). 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1875" y="1219200"/>
            <a:ext cx="3710374" cy="388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023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05" y="1499286"/>
            <a:ext cx="2790182" cy="2661740"/>
          </a:xfrm>
        </p:spPr>
        <p:txBody>
          <a:bodyPr>
            <a:noAutofit/>
          </a:bodyPr>
          <a:lstStyle/>
          <a:p>
            <a:r>
              <a:rPr lang="en-US" sz="3200" dirty="0"/>
              <a:t>11. Show members who have returned damaged books.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V="1">
            <a:off x="609599" y="5361518"/>
            <a:ext cx="2790182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7" name="Content Placeholder 6" descr="A screenshot of a computer program&#10;&#10;AI-generated content may be incorrect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781" y="856735"/>
            <a:ext cx="3956608" cy="4723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852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07" y="1136823"/>
            <a:ext cx="2790182" cy="3955080"/>
          </a:xfrm>
        </p:spPr>
        <p:txBody>
          <a:bodyPr>
            <a:noAutofit/>
          </a:bodyPr>
          <a:lstStyle/>
          <a:p>
            <a:r>
              <a:rPr lang="en-US" sz="3200" dirty="0" smtClean="0"/>
              <a:t>12. </a:t>
            </a:r>
            <a:r>
              <a:rPr lang="en-US" sz="3200" dirty="0"/>
              <a:t>Display members in uppercase ordered by join date (string + order by).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flipV="1">
            <a:off x="609599" y="5361518"/>
            <a:ext cx="2790182" cy="5897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9319" y="1266333"/>
            <a:ext cx="3410465" cy="436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09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374" y="782594"/>
            <a:ext cx="2940908" cy="251254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13. </a:t>
            </a:r>
            <a:r>
              <a:rPr lang="en-US" sz="3600" dirty="0"/>
              <a:t>Show staff who Handled Borrowing</a:t>
            </a:r>
            <a:r>
              <a:rPr lang="en-US" dirty="0"/>
              <a:t>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15799"/>
            <a:ext cx="2790182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780" y="741405"/>
            <a:ext cx="3800089" cy="45894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2611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91979"/>
            <a:ext cx="2790182" cy="2513459"/>
          </a:xfrm>
        </p:spPr>
        <p:txBody>
          <a:bodyPr>
            <a:noAutofit/>
          </a:bodyPr>
          <a:lstStyle/>
          <a:p>
            <a:r>
              <a:rPr lang="en-US" sz="3200" dirty="0" smtClean="0"/>
              <a:t>14. </a:t>
            </a:r>
            <a:r>
              <a:rPr lang="en-US" sz="3200" dirty="0"/>
              <a:t>Find books published before the year 2000.</a:t>
            </a:r>
          </a:p>
        </p:txBody>
      </p:sp>
      <p:pic>
        <p:nvPicPr>
          <p:cNvPr id="5" name="Content Placeholder 4" descr="A screenshot of a computer&#10;&#10;AI-generated content may be incorrect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135" y="799070"/>
            <a:ext cx="3970638" cy="5025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43908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n-US" sz="3800"/>
              <a:t>Platform &amp; Tools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6950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3289" y="0"/>
            <a:ext cx="4660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FB3B9A-B860-AECC-E3FD-BAF83321B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477457"/>
              </p:ext>
            </p:extLst>
          </p:nvPr>
        </p:nvGraphicFramePr>
        <p:xfrm>
          <a:off x="3687414" y="944563"/>
          <a:ext cx="4971603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Meets all project requirements</a:t>
            </a:r>
          </a:p>
          <a:p>
            <a:r>
              <a:rPr dirty="0"/>
              <a:t>Scalable database design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      </a:t>
            </a:r>
            <a:r>
              <a:rPr lang="en-US" sz="3600" dirty="0"/>
              <a:t>Thank you!</a:t>
            </a:r>
            <a:endParaRPr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91</TotalTime>
  <Words>341</Words>
  <Application>Microsoft Office PowerPoint</Application>
  <PresentationFormat>On-screen Show (4:3)</PresentationFormat>
  <Paragraphs>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Trebuchet MS</vt:lpstr>
      <vt:lpstr>Wingdings 3</vt:lpstr>
      <vt:lpstr>Facet</vt:lpstr>
      <vt:lpstr>Library Management System Database Project</vt:lpstr>
      <vt:lpstr>Project Overview</vt:lpstr>
      <vt:lpstr>Project Objectives</vt:lpstr>
      <vt:lpstr>Entities (Tables)</vt:lpstr>
      <vt:lpstr>ER Diagram: </vt:lpstr>
      <vt:lpstr>DDL – Table Creation</vt:lpstr>
      <vt:lpstr>Result: </vt:lpstr>
      <vt:lpstr>DML – Insert Operations</vt:lpstr>
      <vt:lpstr>DML – Update &amp; Delete</vt:lpstr>
      <vt:lpstr>Sample Insert Example</vt:lpstr>
      <vt:lpstr>Queries – Overview</vt:lpstr>
      <vt:lpstr> 1. List all books with their authors</vt:lpstr>
      <vt:lpstr>2. Count total numbers of books</vt:lpstr>
      <vt:lpstr>3. . Show members who borrowed books (JOIN)</vt:lpstr>
      <vt:lpstr>4.Find the most borrowed book</vt:lpstr>
      <vt:lpstr>5. Show authors who have written more than one book (SUBQUERY + GROUP BY)</vt:lpstr>
      <vt:lpstr>6. Show overdue books (due date &lt; today)</vt:lpstr>
      <vt:lpstr>7. Display all Borrowed books with members and staff details.(JOIN)</vt:lpstr>
      <vt:lpstr>8. Display Total number of books borrowed per member (count + group by). </vt:lpstr>
      <vt:lpstr>9. Display number of books written by each author (join + count).  </vt:lpstr>
      <vt:lpstr>11. Show members who have returned damaged books.</vt:lpstr>
      <vt:lpstr>12. Display members in uppercase ordered by join date (string + order by). </vt:lpstr>
      <vt:lpstr>13. Show staff who Handled Borrowing.</vt:lpstr>
      <vt:lpstr>14. Find books published before the year 2000.</vt:lpstr>
      <vt:lpstr>Platform &amp;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Database Project</dc:title>
  <dc:subject/>
  <dc:creator>Craig Byakota</dc:creator>
  <cp:keywords/>
  <dc:description>generated using python-pptx</dc:description>
  <cp:lastModifiedBy>ASUS</cp:lastModifiedBy>
  <cp:revision>20</cp:revision>
  <dcterms:created xsi:type="dcterms:W3CDTF">2013-01-27T09:14:16Z</dcterms:created>
  <dcterms:modified xsi:type="dcterms:W3CDTF">2026-04-21T21:48:34Z</dcterms:modified>
  <cp:category/>
</cp:coreProperties>
</file>